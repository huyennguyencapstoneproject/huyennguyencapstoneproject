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3.xml" ContentType="application/vnd.openxmlformats-officedocument.presentationml.notesSlide+xml"/>
  <Override PartName="/ppt/notesSlides/notesSlide4.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5.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6.xml" ContentType="application/vnd.openxmlformats-officedocument.presentationml.notesSlide+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notesSlides/notesSlide7.xml" ContentType="application/vnd.openxmlformats-officedocument.presentationml.notesSlide+xml"/>
  <Override PartName="/ppt/notesSlides/notesSlide8.xml" ContentType="application/vnd.openxmlformats-officedocument.presentationml.notesSlide+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13" r:id="rId1"/>
  </p:sldMasterIdLst>
  <p:notesMasterIdLst>
    <p:notesMasterId r:id="rId16"/>
  </p:notesMasterIdLst>
  <p:sldIdLst>
    <p:sldId id="256" r:id="rId2"/>
    <p:sldId id="257" r:id="rId3"/>
    <p:sldId id="258" r:id="rId4"/>
    <p:sldId id="259" r:id="rId5"/>
    <p:sldId id="260" r:id="rId6"/>
    <p:sldId id="261" r:id="rId7"/>
    <p:sldId id="262" r:id="rId8"/>
    <p:sldId id="263" r:id="rId9"/>
    <p:sldId id="267" r:id="rId10"/>
    <p:sldId id="264" r:id="rId11"/>
    <p:sldId id="265" r:id="rId12"/>
    <p:sldId id="268" r:id="rId13"/>
    <p:sldId id="269" r:id="rId14"/>
    <p:sldId id="270" r:id="rId1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733" autoAdjust="0"/>
    <p:restoredTop sz="83137" autoAdjust="0"/>
  </p:normalViewPr>
  <p:slideViewPr>
    <p:cSldViewPr snapToGrid="0">
      <p:cViewPr varScale="1">
        <p:scale>
          <a:sx n="68" d="100"/>
          <a:sy n="68" d="100"/>
        </p:scale>
        <p:origin x="1229" y="6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4_2">
  <dgm:title val=""/>
  <dgm:desc val=""/>
  <dgm:catLst>
    <dgm:cat type="accent4" pri="11200"/>
  </dgm:catLst>
  <dgm:styleLbl name="node0">
    <dgm:fillClrLst meth="repeat">
      <a:schemeClr val="accent4"/>
    </dgm:fillClrLst>
    <dgm:linClrLst meth="repeat">
      <a:schemeClr val="lt1"/>
    </dgm:linClrLst>
    <dgm:effectClrLst/>
    <dgm:txLinClrLst/>
    <dgm:txFillClrLst/>
    <dgm:txEffectClrLst/>
  </dgm:styleLbl>
  <dgm:styleLbl name="node1">
    <dgm:fillClrLst meth="repeat">
      <a:schemeClr val="accent4"/>
    </dgm:fillClrLst>
    <dgm:linClrLst meth="repeat">
      <a:schemeClr val="lt1"/>
    </dgm:linClrLst>
    <dgm:effectClrLst/>
    <dgm:txLinClrLst/>
    <dgm:txFillClrLst/>
    <dgm:txEffectClrLst/>
  </dgm:styleLbl>
  <dgm:styleLbl name="alignNode1">
    <dgm:fillClrLst meth="repeat">
      <a:schemeClr val="accent4"/>
    </dgm:fillClrLst>
    <dgm:linClrLst meth="repeat">
      <a:schemeClr val="accent4"/>
    </dgm:linClrLst>
    <dgm:effectClrLst/>
    <dgm:txLinClrLst/>
    <dgm:txFillClrLst/>
    <dgm:txEffectClrLst/>
  </dgm:styleLbl>
  <dgm:styleLbl name="lnNode1">
    <dgm:fillClrLst meth="repeat">
      <a:schemeClr val="accent4"/>
    </dgm:fillClrLst>
    <dgm:linClrLst meth="repeat">
      <a:schemeClr val="lt1"/>
    </dgm:linClrLst>
    <dgm:effectClrLst/>
    <dgm:txLinClrLst/>
    <dgm:txFillClrLst/>
    <dgm:txEffectClrLst/>
  </dgm:styleLbl>
  <dgm:styleLbl name="vennNode1">
    <dgm:fillClrLst meth="repeat">
      <a:schemeClr val="accent4">
        <a:alpha val="50000"/>
      </a:schemeClr>
    </dgm:fillClrLst>
    <dgm:linClrLst meth="repeat">
      <a:schemeClr val="lt1"/>
    </dgm:linClrLst>
    <dgm:effectClrLst/>
    <dgm:txLinClrLst/>
    <dgm:txFillClrLst/>
    <dgm:txEffectClrLst/>
  </dgm:styleLbl>
  <dgm:styleLbl name="node2">
    <dgm:fillClrLst meth="repeat">
      <a:schemeClr val="accent4"/>
    </dgm:fillClrLst>
    <dgm:linClrLst meth="repeat">
      <a:schemeClr val="lt1"/>
    </dgm:linClrLst>
    <dgm:effectClrLst/>
    <dgm:txLinClrLst/>
    <dgm:txFillClrLst/>
    <dgm:txEffectClrLst/>
  </dgm:styleLbl>
  <dgm:styleLbl name="node3">
    <dgm:fillClrLst meth="repeat">
      <a:schemeClr val="accent4"/>
    </dgm:fillClrLst>
    <dgm:linClrLst meth="repeat">
      <a:schemeClr val="lt1"/>
    </dgm:linClrLst>
    <dgm:effectClrLst/>
    <dgm:txLinClrLst/>
    <dgm:txFillClrLst/>
    <dgm:txEffectClrLst/>
  </dgm:styleLbl>
  <dgm:styleLbl name="node4">
    <dgm:fillClrLst meth="repeat">
      <a:schemeClr val="accent4"/>
    </dgm:fillClrLst>
    <dgm:linClrLst meth="repeat">
      <a:schemeClr val="lt1"/>
    </dgm:linClrLst>
    <dgm:effectClrLst/>
    <dgm:txLinClrLst/>
    <dgm:txFillClrLst/>
    <dgm:txEffectClrLst/>
  </dgm:styleLbl>
  <dgm:styleLbl name="fgImgPlace1">
    <dgm:fillClrLst meth="repeat">
      <a:schemeClr val="accent4">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4">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4">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4">
        <a:tint val="60000"/>
      </a:schemeClr>
    </dgm:fillClrLst>
    <dgm:linClrLst meth="repeat">
      <a:schemeClr val="accent4">
        <a:tint val="60000"/>
      </a:schemeClr>
    </dgm:linClrLst>
    <dgm:effectClrLst/>
    <dgm:txLinClrLst/>
    <dgm:txFillClrLst/>
    <dgm:txEffectClrLst/>
  </dgm:styleLbl>
  <dgm:styleLbl name="fgSibTrans2D1">
    <dgm:fillClrLst meth="repeat">
      <a:schemeClr val="accent4">
        <a:tint val="60000"/>
      </a:schemeClr>
    </dgm:fillClrLst>
    <dgm:linClrLst meth="repeat">
      <a:schemeClr val="accent4">
        <a:tint val="60000"/>
      </a:schemeClr>
    </dgm:linClrLst>
    <dgm:effectClrLst/>
    <dgm:txLinClrLst/>
    <dgm:txFillClrLst/>
    <dgm:txEffectClrLst/>
  </dgm:styleLbl>
  <dgm:styleLbl name="bgSibTrans2D1">
    <dgm:fillClrLst meth="repeat">
      <a:schemeClr val="accent4">
        <a:tint val="60000"/>
      </a:schemeClr>
    </dgm:fillClrLst>
    <dgm:linClrLst meth="repeat">
      <a:schemeClr val="accent4">
        <a:tint val="60000"/>
      </a:schemeClr>
    </dgm:linClrLst>
    <dgm:effectClrLst/>
    <dgm:txLinClrLst/>
    <dgm:txFillClrLst/>
    <dgm:txEffectClrLst/>
  </dgm:styleLbl>
  <dgm:styleLbl name="sibTrans1D1">
    <dgm:fillClrLst meth="repeat">
      <a:schemeClr val="accent4"/>
    </dgm:fillClrLst>
    <dgm:linClrLst meth="repeat">
      <a:schemeClr val="accent4"/>
    </dgm:linClrLst>
    <dgm:effectClrLst/>
    <dgm:txLinClrLst/>
    <dgm:txFillClrLst meth="repeat">
      <a:schemeClr val="tx1"/>
    </dgm:txFillClrLst>
    <dgm:txEffectClrLst/>
  </dgm:styleLbl>
  <dgm:styleLbl name="callout">
    <dgm:fillClrLst meth="repeat">
      <a:schemeClr val="accent4"/>
    </dgm:fillClrLst>
    <dgm:linClrLst meth="repeat">
      <a:schemeClr val="accent4">
        <a:tint val="50000"/>
      </a:schemeClr>
    </dgm:linClrLst>
    <dgm:effectClrLst/>
    <dgm:txLinClrLst/>
    <dgm:txFillClrLst meth="repeat">
      <a:schemeClr val="tx1"/>
    </dgm:txFillClrLst>
    <dgm:txEffectClrLst/>
  </dgm:styleLbl>
  <dgm:styleLbl name="asst0">
    <dgm:fillClrLst meth="repeat">
      <a:schemeClr val="accent4"/>
    </dgm:fillClrLst>
    <dgm:linClrLst meth="repeat">
      <a:schemeClr val="lt1"/>
    </dgm:linClrLst>
    <dgm:effectClrLst/>
    <dgm:txLinClrLst/>
    <dgm:txFillClrLst/>
    <dgm:txEffectClrLst/>
  </dgm:styleLbl>
  <dgm:styleLbl name="asst1">
    <dgm:fillClrLst meth="repeat">
      <a:schemeClr val="accent4"/>
    </dgm:fillClrLst>
    <dgm:linClrLst meth="repeat">
      <a:schemeClr val="lt1"/>
    </dgm:linClrLst>
    <dgm:effectClrLst/>
    <dgm:txLinClrLst/>
    <dgm:txFillClrLst/>
    <dgm:txEffectClrLst/>
  </dgm:styleLbl>
  <dgm:styleLbl name="asst2">
    <dgm:fillClrLst meth="repeat">
      <a:schemeClr val="accent4"/>
    </dgm:fillClrLst>
    <dgm:linClrLst meth="repeat">
      <a:schemeClr val="lt1"/>
    </dgm:linClrLst>
    <dgm:effectClrLst/>
    <dgm:txLinClrLst/>
    <dgm:txFillClrLst/>
    <dgm:txEffectClrLst/>
  </dgm:styleLbl>
  <dgm:styleLbl name="asst3">
    <dgm:fillClrLst meth="repeat">
      <a:schemeClr val="accent4"/>
    </dgm:fillClrLst>
    <dgm:linClrLst meth="repeat">
      <a:schemeClr val="lt1"/>
    </dgm:linClrLst>
    <dgm:effectClrLst/>
    <dgm:txLinClrLst/>
    <dgm:txFillClrLst/>
    <dgm:txEffectClrLst/>
  </dgm:styleLbl>
  <dgm:styleLbl name="asst4">
    <dgm:fillClrLst meth="repeat">
      <a:schemeClr val="accent4"/>
    </dgm:fillClrLst>
    <dgm:linClrLst meth="repeat">
      <a:schemeClr val="lt1"/>
    </dgm:linClrLst>
    <dgm:effectClrLst/>
    <dgm:txLinClrLst/>
    <dgm:txFillClrLst/>
    <dgm:txEffectClrLst/>
  </dgm:styleLbl>
  <dgm:styleLbl name="parChTrans2D1">
    <dgm:fillClrLst meth="repeat">
      <a:schemeClr val="accent4">
        <a:tint val="60000"/>
      </a:schemeClr>
    </dgm:fillClrLst>
    <dgm:linClrLst meth="repeat">
      <a:schemeClr val="accent4">
        <a:tint val="60000"/>
      </a:schemeClr>
    </dgm:linClrLst>
    <dgm:effectClrLst/>
    <dgm:txLinClrLst/>
    <dgm:txFillClrLst meth="repeat">
      <a:schemeClr val="lt1"/>
    </dgm:txFillClrLst>
    <dgm:txEffectClrLst/>
  </dgm:styleLbl>
  <dgm:styleLbl name="parChTrans2D2">
    <dgm:fillClrLst meth="repeat">
      <a:schemeClr val="accent4"/>
    </dgm:fillClrLst>
    <dgm:linClrLst meth="repeat">
      <a:schemeClr val="accent4"/>
    </dgm:linClrLst>
    <dgm:effectClrLst/>
    <dgm:txLinClrLst/>
    <dgm:txFillClrLst meth="repeat">
      <a:schemeClr val="lt1"/>
    </dgm:txFillClrLst>
    <dgm:txEffectClrLst/>
  </dgm:styleLbl>
  <dgm:styleLbl name="parChTrans2D3">
    <dgm:fillClrLst meth="repeat">
      <a:schemeClr val="accent4"/>
    </dgm:fillClrLst>
    <dgm:linClrLst meth="repeat">
      <a:schemeClr val="accent4"/>
    </dgm:linClrLst>
    <dgm:effectClrLst/>
    <dgm:txLinClrLst/>
    <dgm:txFillClrLst meth="repeat">
      <a:schemeClr val="lt1"/>
    </dgm:txFillClrLst>
    <dgm:txEffectClrLst/>
  </dgm:styleLbl>
  <dgm:styleLbl name="parChTrans2D4">
    <dgm:fillClrLst meth="repeat">
      <a:schemeClr val="accent4"/>
    </dgm:fillClrLst>
    <dgm:linClrLst meth="repeat">
      <a:schemeClr val="accent4"/>
    </dgm:linClrLst>
    <dgm:effectClrLst/>
    <dgm:txLinClrLst/>
    <dgm:txFillClrLst meth="repeat">
      <a:schemeClr val="lt1"/>
    </dgm:txFillClrLst>
    <dgm:txEffectClrLst/>
  </dgm:styleLbl>
  <dgm:styleLbl name="parChTrans1D1">
    <dgm:fillClrLst meth="repeat">
      <a:schemeClr val="accent4"/>
    </dgm:fillClrLst>
    <dgm:linClrLst meth="repeat">
      <a:schemeClr val="accent4">
        <a:shade val="60000"/>
      </a:schemeClr>
    </dgm:linClrLst>
    <dgm:effectClrLst/>
    <dgm:txLinClrLst/>
    <dgm:txFillClrLst meth="repeat">
      <a:schemeClr val="tx1"/>
    </dgm:txFillClrLst>
    <dgm:txEffectClrLst/>
  </dgm:styleLbl>
  <dgm:styleLbl name="parChTrans1D2">
    <dgm:fillClrLst meth="repeat">
      <a:schemeClr val="accent4"/>
    </dgm:fillClrLst>
    <dgm:linClrLst meth="repeat">
      <a:schemeClr val="accent4">
        <a:shade val="60000"/>
      </a:schemeClr>
    </dgm:linClrLst>
    <dgm:effectClrLst/>
    <dgm:txLinClrLst/>
    <dgm:txFillClrLst meth="repeat">
      <a:schemeClr val="tx1"/>
    </dgm:txFillClrLst>
    <dgm:txEffectClrLst/>
  </dgm:styleLbl>
  <dgm:styleLbl name="parChTrans1D3">
    <dgm:fillClrLst meth="repeat">
      <a:schemeClr val="accent4"/>
    </dgm:fillClrLst>
    <dgm:linClrLst meth="repeat">
      <a:schemeClr val="accent4">
        <a:shade val="80000"/>
      </a:schemeClr>
    </dgm:linClrLst>
    <dgm:effectClrLst/>
    <dgm:txLinClrLst/>
    <dgm:txFillClrLst meth="repeat">
      <a:schemeClr val="tx1"/>
    </dgm:txFillClrLst>
    <dgm:txEffectClrLst/>
  </dgm:styleLbl>
  <dgm:styleLbl name="parChTrans1D4">
    <dgm:fillClrLst meth="repeat">
      <a:schemeClr val="accent4"/>
    </dgm:fillClrLst>
    <dgm:linClrLst meth="repeat">
      <a:schemeClr val="accent4">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4"/>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solidFgAcc1">
    <dgm:fillClrLst meth="repeat">
      <a:schemeClr val="lt1"/>
    </dgm:fillClrLst>
    <dgm:linClrLst meth="repeat">
      <a:schemeClr val="accent4"/>
    </dgm:linClrLst>
    <dgm:effectClrLst/>
    <dgm:txLinClrLst/>
    <dgm:txFillClrLst meth="repeat">
      <a:schemeClr val="dk1"/>
    </dgm:txFillClrLst>
    <dgm:txEffectClrLst/>
  </dgm:styleLbl>
  <dgm:styleLbl name="solidAlignAcc1">
    <dgm:fillClrLst meth="repeat">
      <a:schemeClr val="lt1"/>
    </dgm:fillClrLst>
    <dgm:linClrLst meth="repeat">
      <a:schemeClr val="accent4"/>
    </dgm:linClrLst>
    <dgm:effectClrLst/>
    <dgm:txLinClrLst/>
    <dgm:txFillClrLst meth="repeat">
      <a:schemeClr val="dk1"/>
    </dgm:txFillClrLst>
    <dgm:txEffectClrLst/>
  </dgm:styleLbl>
  <dgm:styleLbl name="solidBgAcc1">
    <dgm:fillClrLst meth="repeat">
      <a:schemeClr val="lt1"/>
    </dgm:fillClrLst>
    <dgm:linClrLst meth="repeat">
      <a:schemeClr val="accent4"/>
    </dgm:linClrLst>
    <dgm:effectClrLst/>
    <dgm:txLinClrLst/>
    <dgm:txFillClrLst meth="repeat">
      <a:schemeClr val="dk1"/>
    </dgm:txFillClrLst>
    <dgm:txEffectClrLst/>
  </dgm:styleLbl>
  <dgm:styleLbl name="fgAccFollowNode1">
    <dgm:fillClrLst meth="repeat">
      <a:schemeClr val="accent4">
        <a:alpha val="90000"/>
        <a:tint val="40000"/>
      </a:schemeClr>
    </dgm:fillClrLst>
    <dgm:linClrLst meth="repeat">
      <a:schemeClr val="accent4">
        <a:alpha val="90000"/>
        <a:tint val="40000"/>
      </a:schemeClr>
    </dgm:linClrLst>
    <dgm:effectClrLst/>
    <dgm:txLinClrLst/>
    <dgm:txFillClrLst meth="repeat">
      <a:schemeClr val="dk1"/>
    </dgm:txFillClrLst>
    <dgm:txEffectClrLst/>
  </dgm:styleLbl>
  <dgm:styleLbl name="alignAccFollowNode1">
    <dgm:fillClrLst meth="repeat">
      <a:schemeClr val="accent4">
        <a:alpha val="90000"/>
        <a:tint val="40000"/>
      </a:schemeClr>
    </dgm:fillClrLst>
    <dgm:linClrLst meth="repeat">
      <a:schemeClr val="accent4">
        <a:alpha val="90000"/>
        <a:tint val="40000"/>
      </a:schemeClr>
    </dgm:linClrLst>
    <dgm:effectClrLst/>
    <dgm:txLinClrLst/>
    <dgm:txFillClrLst meth="repeat">
      <a:schemeClr val="dk1"/>
    </dgm:txFillClrLst>
    <dgm:txEffectClrLst/>
  </dgm:styleLbl>
  <dgm:styleLbl name="bgAccFollowNode1">
    <dgm:fillClrLst meth="repeat">
      <a:schemeClr val="accent4">
        <a:alpha val="90000"/>
        <a:tint val="40000"/>
      </a:schemeClr>
    </dgm:fillClrLst>
    <dgm:linClrLst meth="repeat">
      <a:schemeClr val="accent4">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bgShp">
    <dgm:fillClrLst meth="repeat">
      <a:schemeClr val="accent4">
        <a:tint val="40000"/>
      </a:schemeClr>
    </dgm:fillClrLst>
    <dgm:linClrLst meth="repeat">
      <a:schemeClr val="accent4"/>
    </dgm:linClrLst>
    <dgm:effectClrLst/>
    <dgm:txLinClrLst/>
    <dgm:txFillClrLst meth="repeat">
      <a:schemeClr val="dk1"/>
    </dgm:txFillClrLst>
    <dgm:txEffectClrLst/>
  </dgm:styleLbl>
  <dgm:styleLbl name="dkBgShp">
    <dgm:fillClrLst meth="repeat">
      <a:schemeClr val="accent4">
        <a:shade val="80000"/>
      </a:schemeClr>
    </dgm:fillClrLst>
    <dgm:linClrLst meth="repeat">
      <a:schemeClr val="accent4"/>
    </dgm:linClrLst>
    <dgm:effectClrLst/>
    <dgm:txLinClrLst/>
    <dgm:txFillClrLst meth="repeat">
      <a:schemeClr val="lt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0_3">
  <dgm:title val=""/>
  <dgm:desc val=""/>
  <dgm:catLst>
    <dgm:cat type="mainScheme" pri="10300"/>
  </dgm:catLst>
  <dgm:styleLbl name="node0">
    <dgm:fillClrLst meth="repeat">
      <a:schemeClr val="dk2"/>
    </dgm:fillClrLst>
    <dgm:linClrLst meth="repeat">
      <a:schemeClr val="lt2"/>
    </dgm:linClrLst>
    <dgm:effectClrLst/>
    <dgm:txLinClrLst/>
    <dgm:txFillClrLst/>
    <dgm:txEffectClrLst/>
  </dgm:styleLbl>
  <dgm:styleLbl name="alignNode1">
    <dgm:fillClrLst meth="repeat">
      <a:schemeClr val="dk2"/>
    </dgm:fillClrLst>
    <dgm:linClrLst meth="repeat">
      <a:schemeClr val="dk2"/>
    </dgm:linClrLst>
    <dgm:effectClrLst/>
    <dgm:txLinClrLst/>
    <dgm:txFillClrLst/>
    <dgm:txEffectClrLst/>
  </dgm:styleLbl>
  <dgm:styleLbl name="node1">
    <dgm:fillClrLst meth="repeat">
      <a:schemeClr val="dk2"/>
    </dgm:fillClrLst>
    <dgm:linClrLst meth="repeat">
      <a:schemeClr val="lt2"/>
    </dgm:linClrLst>
    <dgm:effectClrLst/>
    <dgm:txLinClrLst/>
    <dgm:txFillClrLst/>
    <dgm:txEffectClrLst/>
  </dgm:styleLbl>
  <dgm:styleLbl name="lnNode1">
    <dgm:fillClrLst meth="repeat">
      <a:schemeClr val="dk2"/>
    </dgm:fillClrLst>
    <dgm:linClrLst meth="repeat">
      <a:schemeClr val="lt2"/>
    </dgm:linClrLst>
    <dgm:effectClrLst/>
    <dgm:txLinClrLst/>
    <dgm:txFillClrLst/>
    <dgm:txEffectClrLst/>
  </dgm:styleLbl>
  <dgm:styleLbl name="vennNode1">
    <dgm:fillClrLst meth="repeat">
      <a:schemeClr val="dk2">
        <a:alpha val="50000"/>
      </a:schemeClr>
    </dgm:fillClrLst>
    <dgm:linClrLst meth="repeat">
      <a:schemeClr val="lt2"/>
    </dgm:linClrLst>
    <dgm:effectClrLst/>
    <dgm:txLinClrLst/>
    <dgm:txFillClrLst/>
    <dgm:txEffectClrLst/>
  </dgm:styleLbl>
  <dgm:styleLbl name="node2">
    <dgm:fillClrLst meth="repeat">
      <a:schemeClr val="dk2"/>
    </dgm:fillClrLst>
    <dgm:linClrLst meth="repeat">
      <a:schemeClr val="lt2"/>
    </dgm:linClrLst>
    <dgm:effectClrLst/>
    <dgm:txLinClrLst/>
    <dgm:txFillClrLst/>
    <dgm:txEffectClrLst/>
  </dgm:styleLbl>
  <dgm:styleLbl name="node3">
    <dgm:fillClrLst meth="repeat">
      <a:schemeClr val="dk2"/>
    </dgm:fillClrLst>
    <dgm:linClrLst meth="repeat">
      <a:schemeClr val="lt2"/>
    </dgm:linClrLst>
    <dgm:effectClrLst/>
    <dgm:txLinClrLst/>
    <dgm:txFillClrLst/>
    <dgm:txEffectClrLst/>
  </dgm:styleLbl>
  <dgm:styleLbl name="node4">
    <dgm:fillClrLst meth="repeat">
      <a:schemeClr val="dk2"/>
    </dgm:fillClrLst>
    <dgm:linClrLst meth="repeat">
      <a:schemeClr val="lt2"/>
    </dgm:linClrLst>
    <dgm:effectClrLst/>
    <dgm:txLinClrLst/>
    <dgm:txFillClrLst/>
    <dgm:txEffectClrLst/>
  </dgm:styleLbl>
  <dgm:styleLbl name="fgImgPlace1">
    <dgm:fillClrLst meth="repeat">
      <a:schemeClr val="dk2">
        <a:tint val="50000"/>
      </a:schemeClr>
    </dgm:fillClrLst>
    <dgm:linClrLst meth="repeat">
      <a:schemeClr val="lt2"/>
    </dgm:linClrLst>
    <dgm:effectClrLst/>
    <dgm:txLinClrLst/>
    <dgm:txFillClrLst meth="repeat">
      <a:schemeClr val="lt2"/>
    </dgm:txFillClrLst>
    <dgm:txEffectClrLst/>
  </dgm:styleLbl>
  <dgm:styleLbl name="align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bg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dgm:txEffectClrLst/>
  </dgm:styleLbl>
  <dgm:styleLbl name="sibTrans1D1">
    <dgm:fillClrLst meth="repeat">
      <a:schemeClr val="dk2"/>
    </dgm:fillClrLst>
    <dgm:linClrLst meth="repeat">
      <a:schemeClr val="dk2"/>
    </dgm:linClrLst>
    <dgm:effectClrLst/>
    <dgm:txLinClrLst/>
    <dgm:txFillClrLst meth="repeat">
      <a:schemeClr val="lt2"/>
    </dgm:txFillClrLst>
    <dgm:txEffectClrLst/>
  </dgm:styleLbl>
  <dgm:styleLbl name="callout">
    <dgm:fillClrLst meth="repeat">
      <a:schemeClr val="dk2"/>
    </dgm:fillClrLst>
    <dgm:linClrLst meth="repeat">
      <a:schemeClr val="dk2">
        <a:tint val="50000"/>
      </a:schemeClr>
    </dgm:linClrLst>
    <dgm:effectClrLst/>
    <dgm:txLinClrLst/>
    <dgm:txFillClrLst meth="repeat">
      <a:schemeClr val="lt2"/>
    </dgm:txFillClrLst>
    <dgm:txEffectClrLst/>
  </dgm:styleLbl>
  <dgm:styleLbl name="asst0">
    <dgm:fillClrLst meth="repeat">
      <a:schemeClr val="dk2"/>
    </dgm:fillClrLst>
    <dgm:linClrLst meth="repeat">
      <a:schemeClr val="lt2"/>
    </dgm:linClrLst>
    <dgm:effectClrLst/>
    <dgm:txLinClrLst/>
    <dgm:txFillClrLst/>
    <dgm:txEffectClrLst/>
  </dgm:styleLbl>
  <dgm:styleLbl name="asst1">
    <dgm:fillClrLst meth="repeat">
      <a:schemeClr val="dk2"/>
    </dgm:fillClrLst>
    <dgm:linClrLst meth="repeat">
      <a:schemeClr val="lt2"/>
    </dgm:linClrLst>
    <dgm:effectClrLst/>
    <dgm:txLinClrLst/>
    <dgm:txFillClrLst/>
    <dgm:txEffectClrLst/>
  </dgm:styleLbl>
  <dgm:styleLbl name="asst2">
    <dgm:fillClrLst meth="repeat">
      <a:schemeClr val="dk2"/>
    </dgm:fillClrLst>
    <dgm:linClrLst meth="repeat">
      <a:schemeClr val="lt2"/>
    </dgm:linClrLst>
    <dgm:effectClrLst/>
    <dgm:txLinClrLst/>
    <dgm:txFillClrLst/>
    <dgm:txEffectClrLst/>
  </dgm:styleLbl>
  <dgm:styleLbl name="asst3">
    <dgm:fillClrLst meth="repeat">
      <a:schemeClr val="dk2"/>
    </dgm:fillClrLst>
    <dgm:linClrLst meth="repeat">
      <a:schemeClr val="lt2"/>
    </dgm:linClrLst>
    <dgm:effectClrLst/>
    <dgm:txLinClrLst/>
    <dgm:txFillClrLst/>
    <dgm:txEffectClrLst/>
  </dgm:styleLbl>
  <dgm:styleLbl name="asst4">
    <dgm:fillClrLst meth="repeat">
      <a:schemeClr val="dk2"/>
    </dgm:fillClrLst>
    <dgm:linClrLst meth="repeat">
      <a:schemeClr val="lt2"/>
    </dgm:linClrLst>
    <dgm:effectClrLst/>
    <dgm:txLinClrLst/>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meth="repeat">
      <a:schemeClr val="lt2"/>
    </dgm:txFillClrLst>
    <dgm:txEffectClrLst/>
  </dgm:styleLbl>
  <dgm:styleLbl name="parChTrans2D2">
    <dgm:fillClrLst meth="repeat">
      <a:schemeClr val="dk2"/>
    </dgm:fillClrLst>
    <dgm:linClrLst meth="repeat">
      <a:schemeClr val="dk2"/>
    </dgm:linClrLst>
    <dgm:effectClrLst/>
    <dgm:txLinClrLst/>
    <dgm:txFillClrLst meth="repeat">
      <a:schemeClr val="lt2"/>
    </dgm:txFillClrLst>
    <dgm:txEffectClrLst/>
  </dgm:styleLbl>
  <dgm:styleLbl name="parChTrans2D3">
    <dgm:fillClrLst meth="repeat">
      <a:schemeClr val="dk2"/>
    </dgm:fillClrLst>
    <dgm:linClrLst meth="repeat">
      <a:schemeClr val="dk2"/>
    </dgm:linClrLst>
    <dgm:effectClrLst/>
    <dgm:txLinClrLst/>
    <dgm:txFillClrLst meth="repeat">
      <a:schemeClr val="lt2"/>
    </dgm:txFillClrLst>
    <dgm:txEffectClrLst/>
  </dgm:styleLbl>
  <dgm:styleLbl name="parChTrans2D4">
    <dgm:fillClrLst meth="repeat">
      <a:schemeClr val="dk2"/>
    </dgm:fillClrLst>
    <dgm:linClrLst meth="repeat">
      <a:schemeClr val="dk2"/>
    </dgm:linClrLst>
    <dgm:effectClrLst/>
    <dgm:txLinClrLst/>
    <dgm:txFillClrLst meth="repeat">
      <a:schemeClr val="lt2"/>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con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align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trAlignAcc1">
    <dgm:fillClrLst meth="repeat">
      <a:schemeClr val="lt2">
        <a:alpha val="40000"/>
      </a:schemeClr>
    </dgm:fillClrLst>
    <dgm:linClrLst meth="repeat">
      <a:schemeClr val="dk2"/>
    </dgm:linClrLst>
    <dgm:effectClrLst/>
    <dgm:txLinClrLst/>
    <dgm:txFillClrLst meth="repeat">
      <a:schemeClr val="dk1"/>
    </dgm:txFillClrLst>
    <dgm:txEffectClrLst/>
  </dgm:styleLbl>
  <dgm:styleLbl name="b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solidFgAcc1">
    <dgm:fillClrLst meth="repeat">
      <a:schemeClr val="lt2"/>
    </dgm:fillClrLst>
    <dgm:linClrLst meth="repeat">
      <a:schemeClr val="dk2"/>
    </dgm:linClrLst>
    <dgm:effectClrLst/>
    <dgm:txLinClrLst/>
    <dgm:txFillClrLst meth="repeat">
      <a:schemeClr val="dk1"/>
    </dgm:txFillClrLst>
    <dgm:txEffectClrLst/>
  </dgm:styleLbl>
  <dgm:styleLbl name="solidAlignAcc1">
    <dgm:fillClrLst meth="repeat">
      <a:schemeClr val="lt2"/>
    </dgm:fillClrLst>
    <dgm:linClrLst meth="repeat">
      <a:schemeClr val="dk2"/>
    </dgm:linClrLst>
    <dgm:effectClrLst/>
    <dgm:txLinClrLst/>
    <dgm:txFillClrLst meth="repeat">
      <a:schemeClr val="dk1"/>
    </dgm:txFillClrLst>
    <dgm:txEffectClrLst/>
  </dgm:styleLbl>
  <dgm:styleLbl name="solidBgAcc1">
    <dgm:fillClrLst meth="repeat">
      <a:schemeClr val="lt2"/>
    </dgm:fillClrLst>
    <dgm:linClrLst meth="repeat">
      <a:schemeClr val="dk2"/>
    </dgm:linClrLst>
    <dgm:effectClrLst/>
    <dgm:txLinClrLst/>
    <dgm:txFillClrLst meth="repeat">
      <a:schemeClr val="dk1"/>
    </dgm:txFillClrLst>
    <dgm:txEffectClrLst/>
  </dgm:styleLbl>
  <dgm:styleLbl name="f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align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b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fgAcc0">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2">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3">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4">
    <dgm:fillClrLst meth="repeat">
      <a:schemeClr val="lt2">
        <a:alpha val="90000"/>
      </a:schemeClr>
    </dgm:fillClrLst>
    <dgm:linClrLst meth="repeat">
      <a:schemeClr val="dk2"/>
    </dgm:linClrLst>
    <dgm:effectClrLst/>
    <dgm:txLinClrLst/>
    <dgm:txFillClrLst meth="repeat">
      <a:schemeClr val="dk1"/>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1"/>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1"/>
    </dgm:txFillClrLst>
    <dgm:txEffectClrLst/>
  </dgm:styleLbl>
  <dgm:styleLbl name="fgShp">
    <dgm:fillClrLst meth="repeat">
      <a:schemeClr val="dk2">
        <a:tint val="60000"/>
      </a:schemeClr>
    </dgm:fillClrLst>
    <dgm:linClrLst meth="repeat">
      <a:schemeClr val="lt2"/>
    </dgm:linClrLst>
    <dgm:effectClrLst/>
    <dgm:txLinClrLst/>
    <dgm:txFillClrLst meth="repeat">
      <a:schemeClr val="dk1"/>
    </dgm:txFillClrLst>
    <dgm:txEffectClrLst/>
  </dgm:styleLbl>
  <dgm:styleLbl name="revTx">
    <dgm:fillClrLst meth="repeat">
      <a:schemeClr val="lt2">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3_2">
  <dgm:title val=""/>
  <dgm:desc val=""/>
  <dgm:catLst>
    <dgm:cat type="accent3" pri="11200"/>
  </dgm:catLst>
  <dgm:styleLbl name="node0">
    <dgm:fillClrLst meth="repeat">
      <a:schemeClr val="accent3"/>
    </dgm:fillClrLst>
    <dgm:linClrLst meth="repeat">
      <a:schemeClr val="lt1"/>
    </dgm:linClrLst>
    <dgm:effectClrLst/>
    <dgm:txLinClrLst/>
    <dgm:txFillClrLst/>
    <dgm:txEffectClrLst/>
  </dgm:styleLbl>
  <dgm:styleLbl name="node1">
    <dgm:fillClrLst meth="repeat">
      <a:schemeClr val="accent3"/>
    </dgm:fillClrLst>
    <dgm:linClrLst meth="repeat">
      <a:schemeClr val="lt1"/>
    </dgm:linClrLst>
    <dgm:effectClrLst/>
    <dgm:txLinClrLst/>
    <dgm:txFillClrLst/>
    <dgm:txEffectClrLst/>
  </dgm:styleLbl>
  <dgm:styleLbl name="alignNode1">
    <dgm:fillClrLst meth="repeat">
      <a:schemeClr val="accent3"/>
    </dgm:fillClrLst>
    <dgm:linClrLst meth="repeat">
      <a:schemeClr val="accent3"/>
    </dgm:linClrLst>
    <dgm:effectClrLst/>
    <dgm:txLinClrLst/>
    <dgm:txFillClrLst/>
    <dgm:txEffectClrLst/>
  </dgm:styleLbl>
  <dgm:styleLbl name="lnNode1">
    <dgm:fillClrLst meth="repeat">
      <a:schemeClr val="accent3"/>
    </dgm:fillClrLst>
    <dgm:linClrLst meth="repeat">
      <a:schemeClr val="lt1"/>
    </dgm:linClrLst>
    <dgm:effectClrLst/>
    <dgm:txLinClrLst/>
    <dgm:txFillClrLst/>
    <dgm:txEffectClrLst/>
  </dgm:styleLbl>
  <dgm:styleLbl name="vennNode1">
    <dgm:fillClrLst meth="repeat">
      <a:schemeClr val="accent3">
        <a:alpha val="50000"/>
      </a:schemeClr>
    </dgm:fillClrLst>
    <dgm:linClrLst meth="repeat">
      <a:schemeClr val="lt1"/>
    </dgm:linClrLst>
    <dgm:effectClrLst/>
    <dgm:txLinClrLst/>
    <dgm:txFillClrLst/>
    <dgm:txEffectClrLst/>
  </dgm:styleLbl>
  <dgm:styleLbl name="node2">
    <dgm:fillClrLst meth="repeat">
      <a:schemeClr val="accent3"/>
    </dgm:fillClrLst>
    <dgm:linClrLst meth="repeat">
      <a:schemeClr val="lt1"/>
    </dgm:linClrLst>
    <dgm:effectClrLst/>
    <dgm:txLinClrLst/>
    <dgm:txFillClrLst/>
    <dgm:txEffectClrLst/>
  </dgm:styleLbl>
  <dgm:styleLbl name="node3">
    <dgm:fillClrLst meth="repeat">
      <a:schemeClr val="accent3"/>
    </dgm:fillClrLst>
    <dgm:linClrLst meth="repeat">
      <a:schemeClr val="lt1"/>
    </dgm:linClrLst>
    <dgm:effectClrLst/>
    <dgm:txLinClrLst/>
    <dgm:txFillClrLst/>
    <dgm:txEffectClrLst/>
  </dgm:styleLbl>
  <dgm:styleLbl name="node4">
    <dgm:fillClrLst meth="repeat">
      <a:schemeClr val="accent3"/>
    </dgm:fillClrLst>
    <dgm:linClrLst meth="repeat">
      <a:schemeClr val="lt1"/>
    </dgm:linClrLst>
    <dgm:effectClrLst/>
    <dgm:txLinClrLst/>
    <dgm:txFillClrLst/>
    <dgm:txEffectClrLst/>
  </dgm:styleLbl>
  <dgm:styleLbl name="f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3">
        <a:tint val="60000"/>
      </a:schemeClr>
    </dgm:fillClrLst>
    <dgm:linClrLst meth="repeat">
      <a:schemeClr val="accent3">
        <a:tint val="60000"/>
      </a:schemeClr>
    </dgm:linClrLst>
    <dgm:effectClrLst/>
    <dgm:txLinClrLst/>
    <dgm:txFillClrLst/>
    <dgm:txEffectClrLst/>
  </dgm:styleLbl>
  <dgm:styleLbl name="fgSibTrans2D1">
    <dgm:fillClrLst meth="repeat">
      <a:schemeClr val="accent3">
        <a:tint val="60000"/>
      </a:schemeClr>
    </dgm:fillClrLst>
    <dgm:linClrLst meth="repeat">
      <a:schemeClr val="accent3">
        <a:tint val="60000"/>
      </a:schemeClr>
    </dgm:linClrLst>
    <dgm:effectClrLst/>
    <dgm:txLinClrLst/>
    <dgm:txFillClrLst/>
    <dgm:txEffectClrLst/>
  </dgm:styleLbl>
  <dgm:styleLbl name="bgSibTrans2D1">
    <dgm:fillClrLst meth="repeat">
      <a:schemeClr val="accent3">
        <a:tint val="60000"/>
      </a:schemeClr>
    </dgm:fillClrLst>
    <dgm:linClrLst meth="repeat">
      <a:schemeClr val="accent3">
        <a:tint val="60000"/>
      </a:schemeClr>
    </dgm:linClrLst>
    <dgm:effectClrLst/>
    <dgm:txLinClrLst/>
    <dgm:txFillClrLst/>
    <dgm:txEffectClrLst/>
  </dgm:styleLbl>
  <dgm:styleLbl name="sibTrans1D1">
    <dgm:fillClrLst meth="repeat">
      <a:schemeClr val="accent3"/>
    </dgm:fillClrLst>
    <dgm:linClrLst meth="repeat">
      <a:schemeClr val="accent3"/>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dgm:linClrLst>
    <dgm:effectClrLst/>
    <dgm:txLinClrLst/>
    <dgm:txFillClrLst/>
    <dgm:txEffectClrLst/>
  </dgm:styleLbl>
  <dgm:styleLbl name="asst1">
    <dgm:fillClrLst meth="repeat">
      <a:schemeClr val="accent3"/>
    </dgm:fillClrLst>
    <dgm:linClrLst meth="repeat">
      <a:schemeClr val="lt1"/>
    </dgm:linClrLst>
    <dgm:effectClrLst/>
    <dgm:txLinClrLst/>
    <dgm:txFillClrLst/>
    <dgm:txEffectClrLst/>
  </dgm:styleLbl>
  <dgm:styleLbl name="asst2">
    <dgm:fillClrLst meth="repeat">
      <a:schemeClr val="accent3"/>
    </dgm:fillClrLst>
    <dgm:linClrLst meth="repeat">
      <a:schemeClr val="lt1"/>
    </dgm:linClrLst>
    <dgm:effectClrLst/>
    <dgm:txLinClrLst/>
    <dgm:txFillClrLst/>
    <dgm:txEffectClrLst/>
  </dgm:styleLbl>
  <dgm:styleLbl name="asst3">
    <dgm:fillClrLst meth="repeat">
      <a:schemeClr val="accent3"/>
    </dgm:fillClrLst>
    <dgm:linClrLst meth="repeat">
      <a:schemeClr val="lt1"/>
    </dgm:linClrLst>
    <dgm:effectClrLst/>
    <dgm:txLinClrLst/>
    <dgm:txFillClrLst/>
    <dgm:txEffectClrLst/>
  </dgm:styleLbl>
  <dgm:styleLbl name="asst4">
    <dgm:fillClrLst meth="repeat">
      <a:schemeClr val="accent3"/>
    </dgm:fillClrLst>
    <dgm:linClrLst meth="repeat">
      <a:schemeClr val="lt1"/>
    </dgm:linClrLst>
    <dgm:effectClrLst/>
    <dgm:txLinClrLst/>
    <dgm:txFillClrLst/>
    <dgm:txEffectClrLst/>
  </dgm:styleLbl>
  <dgm:styleLbl name="parChTrans2D1">
    <dgm:fillClrLst meth="repeat">
      <a:schemeClr val="accent3">
        <a:tint val="60000"/>
      </a:schemeClr>
    </dgm:fillClrLst>
    <dgm:linClrLst meth="repeat">
      <a:schemeClr val="accent3">
        <a:tint val="60000"/>
      </a:schemeClr>
    </dgm:linClrLst>
    <dgm:effectClrLst/>
    <dgm:txLinClrLst/>
    <dgm:txFillClrLst meth="repeat">
      <a:schemeClr val="lt1"/>
    </dgm:txFillClrLst>
    <dgm:txEffectClrLst/>
  </dgm:styleLbl>
  <dgm:styleLbl name="parChTrans2D2">
    <dgm:fillClrLst meth="repeat">
      <a:schemeClr val="accent3"/>
    </dgm:fillClrLst>
    <dgm:linClrLst meth="repeat">
      <a:schemeClr val="accent3"/>
    </dgm:linClrLst>
    <dgm:effectClrLst/>
    <dgm:txLinClrLst/>
    <dgm:txFillClrLst meth="repeat">
      <a:schemeClr val="lt1"/>
    </dgm:txFillClrLst>
    <dgm:txEffectClrLst/>
  </dgm:styleLbl>
  <dgm:styleLbl name="parChTrans2D3">
    <dgm:fillClrLst meth="repeat">
      <a:schemeClr val="accent3"/>
    </dgm:fillClrLst>
    <dgm:linClrLst meth="repeat">
      <a:schemeClr val="accent3"/>
    </dgm:linClrLst>
    <dgm:effectClrLst/>
    <dgm:txLinClrLst/>
    <dgm:txFillClrLst meth="repeat">
      <a:schemeClr val="lt1"/>
    </dgm:txFillClrLst>
    <dgm:txEffectClrLst/>
  </dgm:styleLbl>
  <dgm:styleLbl name="parChTrans2D4">
    <dgm:fillClrLst meth="repeat">
      <a:schemeClr val="accent3"/>
    </dgm:fillClrLst>
    <dgm:linClrLst meth="repeat">
      <a:schemeClr val="accent3"/>
    </dgm:linClrLst>
    <dgm:effectClrLst/>
    <dgm:txLinClrLst/>
    <dgm:txFillClrLst meth="repeat">
      <a:schemeClr val="lt1"/>
    </dgm:txFillClrLst>
    <dgm:txEffectClrLst/>
  </dgm:styleLbl>
  <dgm:styleLbl name="parChTrans1D1">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2">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3">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parChTrans1D4">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3"/>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solidFgAcc1">
    <dgm:fillClrLst meth="repeat">
      <a:schemeClr val="lt1"/>
    </dgm:fillClrLst>
    <dgm:linClrLst meth="repeat">
      <a:schemeClr val="accent3"/>
    </dgm:linClrLst>
    <dgm:effectClrLst/>
    <dgm:txLinClrLst/>
    <dgm:txFillClrLst meth="repeat">
      <a:schemeClr val="dk1"/>
    </dgm:txFillClrLst>
    <dgm:txEffectClrLst/>
  </dgm:styleLbl>
  <dgm:styleLbl name="solidAlignAcc1">
    <dgm:fillClrLst meth="repeat">
      <a:schemeClr val="lt1"/>
    </dgm:fillClrLst>
    <dgm:linClrLst meth="repeat">
      <a:schemeClr val="accent3"/>
    </dgm:linClrLst>
    <dgm:effectClrLst/>
    <dgm:txLinClrLst/>
    <dgm:txFillClrLst meth="repeat">
      <a:schemeClr val="dk1"/>
    </dgm:txFillClrLst>
    <dgm:txEffectClrLst/>
  </dgm:styleLbl>
  <dgm:styleLbl name="solidBgAcc1">
    <dgm:fillClrLst meth="repeat">
      <a:schemeClr val="lt1"/>
    </dgm:fillClrLst>
    <dgm:linClrLst meth="repeat">
      <a:schemeClr val="accent3"/>
    </dgm:linClrLst>
    <dgm:effectClrLst/>
    <dgm:txLinClrLst/>
    <dgm:txFillClrLst meth="repeat">
      <a:schemeClr val="dk1"/>
    </dgm:txFillClrLst>
    <dgm:txEffectClrLst/>
  </dgm:styleLbl>
  <dgm:styleLbl name="f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align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b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accent3"/>
    </dgm:linClrLst>
    <dgm:effectClrLst/>
    <dgm:txLinClrLst/>
    <dgm:txFillClrLst meth="repeat">
      <a:schemeClr val="dk1"/>
    </dgm:txFillClrLst>
    <dgm:txEffectClrLst/>
  </dgm:styleLbl>
  <dgm:styleLbl name="dkBgShp">
    <dgm:fillClrLst meth="repeat">
      <a:schemeClr val="accent3">
        <a:shade val="80000"/>
      </a:schemeClr>
    </dgm:fillClrLst>
    <dgm:linClrLst meth="repeat">
      <a:schemeClr val="accent3"/>
    </dgm:linClrLst>
    <dgm:effectClrLst/>
    <dgm:txLinClrLst/>
    <dgm:txFillClrLst meth="repeat">
      <a:schemeClr val="lt1"/>
    </dgm:txFillClrLst>
    <dgm:txEffectClrLst/>
  </dgm:styleLbl>
  <dgm:styleLbl name="trBgShp">
    <dgm:fillClrLst meth="repeat">
      <a:schemeClr val="accent3">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accent3_2">
  <dgm:title val=""/>
  <dgm:desc val=""/>
  <dgm:catLst>
    <dgm:cat type="accent3" pri="11200"/>
  </dgm:catLst>
  <dgm:styleLbl name="node0">
    <dgm:fillClrLst meth="repeat">
      <a:schemeClr val="accent3"/>
    </dgm:fillClrLst>
    <dgm:linClrLst meth="repeat">
      <a:schemeClr val="lt1"/>
    </dgm:linClrLst>
    <dgm:effectClrLst/>
    <dgm:txLinClrLst/>
    <dgm:txFillClrLst/>
    <dgm:txEffectClrLst/>
  </dgm:styleLbl>
  <dgm:styleLbl name="node1">
    <dgm:fillClrLst meth="repeat">
      <a:schemeClr val="accent3"/>
    </dgm:fillClrLst>
    <dgm:linClrLst meth="repeat">
      <a:schemeClr val="lt1"/>
    </dgm:linClrLst>
    <dgm:effectClrLst/>
    <dgm:txLinClrLst/>
    <dgm:txFillClrLst/>
    <dgm:txEffectClrLst/>
  </dgm:styleLbl>
  <dgm:styleLbl name="alignNode1">
    <dgm:fillClrLst meth="repeat">
      <a:schemeClr val="accent3"/>
    </dgm:fillClrLst>
    <dgm:linClrLst meth="repeat">
      <a:schemeClr val="accent3"/>
    </dgm:linClrLst>
    <dgm:effectClrLst/>
    <dgm:txLinClrLst/>
    <dgm:txFillClrLst/>
    <dgm:txEffectClrLst/>
  </dgm:styleLbl>
  <dgm:styleLbl name="lnNode1">
    <dgm:fillClrLst meth="repeat">
      <a:schemeClr val="accent3"/>
    </dgm:fillClrLst>
    <dgm:linClrLst meth="repeat">
      <a:schemeClr val="lt1"/>
    </dgm:linClrLst>
    <dgm:effectClrLst/>
    <dgm:txLinClrLst/>
    <dgm:txFillClrLst/>
    <dgm:txEffectClrLst/>
  </dgm:styleLbl>
  <dgm:styleLbl name="vennNode1">
    <dgm:fillClrLst meth="repeat">
      <a:schemeClr val="accent3">
        <a:alpha val="50000"/>
      </a:schemeClr>
    </dgm:fillClrLst>
    <dgm:linClrLst meth="repeat">
      <a:schemeClr val="lt1"/>
    </dgm:linClrLst>
    <dgm:effectClrLst/>
    <dgm:txLinClrLst/>
    <dgm:txFillClrLst/>
    <dgm:txEffectClrLst/>
  </dgm:styleLbl>
  <dgm:styleLbl name="node2">
    <dgm:fillClrLst meth="repeat">
      <a:schemeClr val="accent3"/>
    </dgm:fillClrLst>
    <dgm:linClrLst meth="repeat">
      <a:schemeClr val="lt1"/>
    </dgm:linClrLst>
    <dgm:effectClrLst/>
    <dgm:txLinClrLst/>
    <dgm:txFillClrLst/>
    <dgm:txEffectClrLst/>
  </dgm:styleLbl>
  <dgm:styleLbl name="node3">
    <dgm:fillClrLst meth="repeat">
      <a:schemeClr val="accent3"/>
    </dgm:fillClrLst>
    <dgm:linClrLst meth="repeat">
      <a:schemeClr val="lt1"/>
    </dgm:linClrLst>
    <dgm:effectClrLst/>
    <dgm:txLinClrLst/>
    <dgm:txFillClrLst/>
    <dgm:txEffectClrLst/>
  </dgm:styleLbl>
  <dgm:styleLbl name="node4">
    <dgm:fillClrLst meth="repeat">
      <a:schemeClr val="accent3"/>
    </dgm:fillClrLst>
    <dgm:linClrLst meth="repeat">
      <a:schemeClr val="lt1"/>
    </dgm:linClrLst>
    <dgm:effectClrLst/>
    <dgm:txLinClrLst/>
    <dgm:txFillClrLst/>
    <dgm:txEffectClrLst/>
  </dgm:styleLbl>
  <dgm:styleLbl name="f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3">
        <a:tint val="60000"/>
      </a:schemeClr>
    </dgm:fillClrLst>
    <dgm:linClrLst meth="repeat">
      <a:schemeClr val="accent3">
        <a:tint val="60000"/>
      </a:schemeClr>
    </dgm:linClrLst>
    <dgm:effectClrLst/>
    <dgm:txLinClrLst/>
    <dgm:txFillClrLst/>
    <dgm:txEffectClrLst/>
  </dgm:styleLbl>
  <dgm:styleLbl name="fgSibTrans2D1">
    <dgm:fillClrLst meth="repeat">
      <a:schemeClr val="accent3">
        <a:tint val="60000"/>
      </a:schemeClr>
    </dgm:fillClrLst>
    <dgm:linClrLst meth="repeat">
      <a:schemeClr val="accent3">
        <a:tint val="60000"/>
      </a:schemeClr>
    </dgm:linClrLst>
    <dgm:effectClrLst/>
    <dgm:txLinClrLst/>
    <dgm:txFillClrLst/>
    <dgm:txEffectClrLst/>
  </dgm:styleLbl>
  <dgm:styleLbl name="bgSibTrans2D1">
    <dgm:fillClrLst meth="repeat">
      <a:schemeClr val="accent3">
        <a:tint val="60000"/>
      </a:schemeClr>
    </dgm:fillClrLst>
    <dgm:linClrLst meth="repeat">
      <a:schemeClr val="accent3">
        <a:tint val="60000"/>
      </a:schemeClr>
    </dgm:linClrLst>
    <dgm:effectClrLst/>
    <dgm:txLinClrLst/>
    <dgm:txFillClrLst/>
    <dgm:txEffectClrLst/>
  </dgm:styleLbl>
  <dgm:styleLbl name="sibTrans1D1">
    <dgm:fillClrLst meth="repeat">
      <a:schemeClr val="accent3"/>
    </dgm:fillClrLst>
    <dgm:linClrLst meth="repeat">
      <a:schemeClr val="accent3"/>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dgm:linClrLst>
    <dgm:effectClrLst/>
    <dgm:txLinClrLst/>
    <dgm:txFillClrLst/>
    <dgm:txEffectClrLst/>
  </dgm:styleLbl>
  <dgm:styleLbl name="asst1">
    <dgm:fillClrLst meth="repeat">
      <a:schemeClr val="accent3"/>
    </dgm:fillClrLst>
    <dgm:linClrLst meth="repeat">
      <a:schemeClr val="lt1"/>
    </dgm:linClrLst>
    <dgm:effectClrLst/>
    <dgm:txLinClrLst/>
    <dgm:txFillClrLst/>
    <dgm:txEffectClrLst/>
  </dgm:styleLbl>
  <dgm:styleLbl name="asst2">
    <dgm:fillClrLst meth="repeat">
      <a:schemeClr val="accent3"/>
    </dgm:fillClrLst>
    <dgm:linClrLst meth="repeat">
      <a:schemeClr val="lt1"/>
    </dgm:linClrLst>
    <dgm:effectClrLst/>
    <dgm:txLinClrLst/>
    <dgm:txFillClrLst/>
    <dgm:txEffectClrLst/>
  </dgm:styleLbl>
  <dgm:styleLbl name="asst3">
    <dgm:fillClrLst meth="repeat">
      <a:schemeClr val="accent3"/>
    </dgm:fillClrLst>
    <dgm:linClrLst meth="repeat">
      <a:schemeClr val="lt1"/>
    </dgm:linClrLst>
    <dgm:effectClrLst/>
    <dgm:txLinClrLst/>
    <dgm:txFillClrLst/>
    <dgm:txEffectClrLst/>
  </dgm:styleLbl>
  <dgm:styleLbl name="asst4">
    <dgm:fillClrLst meth="repeat">
      <a:schemeClr val="accent3"/>
    </dgm:fillClrLst>
    <dgm:linClrLst meth="repeat">
      <a:schemeClr val="lt1"/>
    </dgm:linClrLst>
    <dgm:effectClrLst/>
    <dgm:txLinClrLst/>
    <dgm:txFillClrLst/>
    <dgm:txEffectClrLst/>
  </dgm:styleLbl>
  <dgm:styleLbl name="parChTrans2D1">
    <dgm:fillClrLst meth="repeat">
      <a:schemeClr val="accent3">
        <a:tint val="60000"/>
      </a:schemeClr>
    </dgm:fillClrLst>
    <dgm:linClrLst meth="repeat">
      <a:schemeClr val="accent3">
        <a:tint val="60000"/>
      </a:schemeClr>
    </dgm:linClrLst>
    <dgm:effectClrLst/>
    <dgm:txLinClrLst/>
    <dgm:txFillClrLst meth="repeat">
      <a:schemeClr val="lt1"/>
    </dgm:txFillClrLst>
    <dgm:txEffectClrLst/>
  </dgm:styleLbl>
  <dgm:styleLbl name="parChTrans2D2">
    <dgm:fillClrLst meth="repeat">
      <a:schemeClr val="accent3"/>
    </dgm:fillClrLst>
    <dgm:linClrLst meth="repeat">
      <a:schemeClr val="accent3"/>
    </dgm:linClrLst>
    <dgm:effectClrLst/>
    <dgm:txLinClrLst/>
    <dgm:txFillClrLst meth="repeat">
      <a:schemeClr val="lt1"/>
    </dgm:txFillClrLst>
    <dgm:txEffectClrLst/>
  </dgm:styleLbl>
  <dgm:styleLbl name="parChTrans2D3">
    <dgm:fillClrLst meth="repeat">
      <a:schemeClr val="accent3"/>
    </dgm:fillClrLst>
    <dgm:linClrLst meth="repeat">
      <a:schemeClr val="accent3"/>
    </dgm:linClrLst>
    <dgm:effectClrLst/>
    <dgm:txLinClrLst/>
    <dgm:txFillClrLst meth="repeat">
      <a:schemeClr val="lt1"/>
    </dgm:txFillClrLst>
    <dgm:txEffectClrLst/>
  </dgm:styleLbl>
  <dgm:styleLbl name="parChTrans2D4">
    <dgm:fillClrLst meth="repeat">
      <a:schemeClr val="accent3"/>
    </dgm:fillClrLst>
    <dgm:linClrLst meth="repeat">
      <a:schemeClr val="accent3"/>
    </dgm:linClrLst>
    <dgm:effectClrLst/>
    <dgm:txLinClrLst/>
    <dgm:txFillClrLst meth="repeat">
      <a:schemeClr val="lt1"/>
    </dgm:txFillClrLst>
    <dgm:txEffectClrLst/>
  </dgm:styleLbl>
  <dgm:styleLbl name="parChTrans1D1">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2">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3">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parChTrans1D4">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3"/>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solidFgAcc1">
    <dgm:fillClrLst meth="repeat">
      <a:schemeClr val="lt1"/>
    </dgm:fillClrLst>
    <dgm:linClrLst meth="repeat">
      <a:schemeClr val="accent3"/>
    </dgm:linClrLst>
    <dgm:effectClrLst/>
    <dgm:txLinClrLst/>
    <dgm:txFillClrLst meth="repeat">
      <a:schemeClr val="dk1"/>
    </dgm:txFillClrLst>
    <dgm:txEffectClrLst/>
  </dgm:styleLbl>
  <dgm:styleLbl name="solidAlignAcc1">
    <dgm:fillClrLst meth="repeat">
      <a:schemeClr val="lt1"/>
    </dgm:fillClrLst>
    <dgm:linClrLst meth="repeat">
      <a:schemeClr val="accent3"/>
    </dgm:linClrLst>
    <dgm:effectClrLst/>
    <dgm:txLinClrLst/>
    <dgm:txFillClrLst meth="repeat">
      <a:schemeClr val="dk1"/>
    </dgm:txFillClrLst>
    <dgm:txEffectClrLst/>
  </dgm:styleLbl>
  <dgm:styleLbl name="solidBgAcc1">
    <dgm:fillClrLst meth="repeat">
      <a:schemeClr val="lt1"/>
    </dgm:fillClrLst>
    <dgm:linClrLst meth="repeat">
      <a:schemeClr val="accent3"/>
    </dgm:linClrLst>
    <dgm:effectClrLst/>
    <dgm:txLinClrLst/>
    <dgm:txFillClrLst meth="repeat">
      <a:schemeClr val="dk1"/>
    </dgm:txFillClrLst>
    <dgm:txEffectClrLst/>
  </dgm:styleLbl>
  <dgm:styleLbl name="f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align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b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accent3"/>
    </dgm:linClrLst>
    <dgm:effectClrLst/>
    <dgm:txLinClrLst/>
    <dgm:txFillClrLst meth="repeat">
      <a:schemeClr val="dk1"/>
    </dgm:txFillClrLst>
    <dgm:txEffectClrLst/>
  </dgm:styleLbl>
  <dgm:styleLbl name="dkBgShp">
    <dgm:fillClrLst meth="repeat">
      <a:schemeClr val="accent3">
        <a:shade val="80000"/>
      </a:schemeClr>
    </dgm:fillClrLst>
    <dgm:linClrLst meth="repeat">
      <a:schemeClr val="accent3"/>
    </dgm:linClrLst>
    <dgm:effectClrLst/>
    <dgm:txLinClrLst/>
    <dgm:txFillClrLst meth="repeat">
      <a:schemeClr val="lt1"/>
    </dgm:txFillClrLst>
    <dgm:txEffectClrLst/>
  </dgm:styleLbl>
  <dgm:styleLbl name="trBgShp">
    <dgm:fillClrLst meth="repeat">
      <a:schemeClr val="accent3">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10A04E35-4D57-42D0-849F-D463AC342D89}" type="doc">
      <dgm:prSet loTypeId="urn:microsoft.com/office/officeart/2005/8/layout/chevron2" loCatId="process" qsTypeId="urn:microsoft.com/office/officeart/2005/8/quickstyle/simple1" qsCatId="simple" csTypeId="urn:microsoft.com/office/officeart/2005/8/colors/accent1_2" csCatId="accent1" phldr="1"/>
      <dgm:spPr/>
      <dgm:t>
        <a:bodyPr/>
        <a:lstStyle/>
        <a:p>
          <a:endParaRPr lang="en-US"/>
        </a:p>
      </dgm:t>
    </dgm:pt>
    <dgm:pt modelId="{54CEB4DD-AE24-4168-B303-BB018C2F7DE5}">
      <dgm:prSet/>
      <dgm:spPr/>
      <dgm:t>
        <a:bodyPr/>
        <a:lstStyle/>
        <a:p>
          <a:r>
            <a:rPr lang="en-US"/>
            <a:t>Define</a:t>
          </a:r>
        </a:p>
      </dgm:t>
    </dgm:pt>
    <dgm:pt modelId="{E685E494-7F42-498E-9BA8-B1C0113B1831}" type="parTrans" cxnId="{F241B504-0724-4E2F-92B2-B5D868F31DC9}">
      <dgm:prSet/>
      <dgm:spPr/>
      <dgm:t>
        <a:bodyPr/>
        <a:lstStyle/>
        <a:p>
          <a:endParaRPr lang="en-US"/>
        </a:p>
      </dgm:t>
    </dgm:pt>
    <dgm:pt modelId="{564EEF5F-FB53-4F85-ABAC-494038E9944B}" type="sibTrans" cxnId="{F241B504-0724-4E2F-92B2-B5D868F31DC9}">
      <dgm:prSet/>
      <dgm:spPr/>
      <dgm:t>
        <a:bodyPr/>
        <a:lstStyle/>
        <a:p>
          <a:endParaRPr lang="en-US"/>
        </a:p>
      </dgm:t>
    </dgm:pt>
    <dgm:pt modelId="{F4BAB9B5-ECDF-4D6C-9FE3-86CE09F16EBA}">
      <dgm:prSet/>
      <dgm:spPr/>
      <dgm:t>
        <a:bodyPr/>
        <a:lstStyle/>
        <a:p>
          <a:r>
            <a:rPr lang="en-US"/>
            <a:t>Define PTSD in children (0–17 years).</a:t>
          </a:r>
        </a:p>
      </dgm:t>
    </dgm:pt>
    <dgm:pt modelId="{3A758227-CB5F-45F3-93BD-38AC45F01AF6}" type="parTrans" cxnId="{8BD8D40C-EC7E-48B9-82F4-9151EA641321}">
      <dgm:prSet/>
      <dgm:spPr/>
      <dgm:t>
        <a:bodyPr/>
        <a:lstStyle/>
        <a:p>
          <a:endParaRPr lang="en-US"/>
        </a:p>
      </dgm:t>
    </dgm:pt>
    <dgm:pt modelId="{0C9A536A-E4E0-43C2-B946-C8E9722879FC}" type="sibTrans" cxnId="{8BD8D40C-EC7E-48B9-82F4-9151EA641321}">
      <dgm:prSet/>
      <dgm:spPr/>
      <dgm:t>
        <a:bodyPr/>
        <a:lstStyle/>
        <a:p>
          <a:endParaRPr lang="en-US"/>
        </a:p>
      </dgm:t>
    </dgm:pt>
    <dgm:pt modelId="{861211CB-7C10-402E-B8EF-EF41112FD06A}">
      <dgm:prSet/>
      <dgm:spPr/>
      <dgm:t>
        <a:bodyPr/>
        <a:lstStyle/>
        <a:p>
          <a:r>
            <a:rPr lang="en-US"/>
            <a:t>Analyze</a:t>
          </a:r>
        </a:p>
      </dgm:t>
    </dgm:pt>
    <dgm:pt modelId="{9CE65C17-4F1E-4E17-A50B-0AB8F4AA80F4}" type="parTrans" cxnId="{BD451DFB-C6FC-44B2-87DC-389C6EDB9B50}">
      <dgm:prSet/>
      <dgm:spPr/>
      <dgm:t>
        <a:bodyPr/>
        <a:lstStyle/>
        <a:p>
          <a:endParaRPr lang="en-US"/>
        </a:p>
      </dgm:t>
    </dgm:pt>
    <dgm:pt modelId="{1608DCE7-8E92-4F27-8BBB-7BCD65D7825F}" type="sibTrans" cxnId="{BD451DFB-C6FC-44B2-87DC-389C6EDB9B50}">
      <dgm:prSet/>
      <dgm:spPr/>
      <dgm:t>
        <a:bodyPr/>
        <a:lstStyle/>
        <a:p>
          <a:endParaRPr lang="en-US"/>
        </a:p>
      </dgm:t>
    </dgm:pt>
    <dgm:pt modelId="{63B10F7D-A224-454B-990A-7EE9F447AFD9}">
      <dgm:prSet/>
      <dgm:spPr/>
      <dgm:t>
        <a:bodyPr/>
        <a:lstStyle/>
        <a:p>
          <a:r>
            <a:rPr lang="en-US"/>
            <a:t>Analyze the impact of PTSD on psychosocial health and social cognition.</a:t>
          </a:r>
        </a:p>
      </dgm:t>
    </dgm:pt>
    <dgm:pt modelId="{65E65B5A-9032-425B-A7B2-DA1FF4AEE699}" type="parTrans" cxnId="{B30071F8-026A-45D4-AB6C-9122CC513A0A}">
      <dgm:prSet/>
      <dgm:spPr/>
      <dgm:t>
        <a:bodyPr/>
        <a:lstStyle/>
        <a:p>
          <a:endParaRPr lang="en-US"/>
        </a:p>
      </dgm:t>
    </dgm:pt>
    <dgm:pt modelId="{F9A92677-351F-428C-874A-6F2EE894B092}" type="sibTrans" cxnId="{B30071F8-026A-45D4-AB6C-9122CC513A0A}">
      <dgm:prSet/>
      <dgm:spPr/>
      <dgm:t>
        <a:bodyPr/>
        <a:lstStyle/>
        <a:p>
          <a:endParaRPr lang="en-US"/>
        </a:p>
      </dgm:t>
    </dgm:pt>
    <dgm:pt modelId="{0392F16A-6264-4896-B918-B722E64F97DE}">
      <dgm:prSet/>
      <dgm:spPr/>
      <dgm:t>
        <a:bodyPr/>
        <a:lstStyle/>
        <a:p>
          <a:r>
            <a:rPr lang="en-US"/>
            <a:t>Examine</a:t>
          </a:r>
        </a:p>
      </dgm:t>
    </dgm:pt>
    <dgm:pt modelId="{379F5684-335C-4433-BAB7-2501ACBE8BA8}" type="parTrans" cxnId="{495542E9-0833-4C09-A8C8-EE7D88371F4A}">
      <dgm:prSet/>
      <dgm:spPr/>
      <dgm:t>
        <a:bodyPr/>
        <a:lstStyle/>
        <a:p>
          <a:endParaRPr lang="en-US"/>
        </a:p>
      </dgm:t>
    </dgm:pt>
    <dgm:pt modelId="{A77494EC-7E7D-4CE2-9968-04F7261C9A51}" type="sibTrans" cxnId="{495542E9-0833-4C09-A8C8-EE7D88371F4A}">
      <dgm:prSet/>
      <dgm:spPr/>
      <dgm:t>
        <a:bodyPr/>
        <a:lstStyle/>
        <a:p>
          <a:endParaRPr lang="en-US"/>
        </a:p>
      </dgm:t>
    </dgm:pt>
    <dgm:pt modelId="{3A240FEA-05D7-4B9B-8306-1260CD79D8AB}">
      <dgm:prSet/>
      <dgm:spPr/>
      <dgm:t>
        <a:bodyPr/>
        <a:lstStyle/>
        <a:p>
          <a:r>
            <a:rPr lang="en-US"/>
            <a:t>Examine how relationships influence or hinder behavioral change.</a:t>
          </a:r>
        </a:p>
      </dgm:t>
    </dgm:pt>
    <dgm:pt modelId="{24C05EDF-C95D-4B9C-86F0-46EF70E0538A}" type="parTrans" cxnId="{61320359-5123-4CDB-8A69-085278E53BF7}">
      <dgm:prSet/>
      <dgm:spPr/>
      <dgm:t>
        <a:bodyPr/>
        <a:lstStyle/>
        <a:p>
          <a:endParaRPr lang="en-US"/>
        </a:p>
      </dgm:t>
    </dgm:pt>
    <dgm:pt modelId="{41FD4DC2-6100-4A77-971F-DA8AAB32E93E}" type="sibTrans" cxnId="{61320359-5123-4CDB-8A69-085278E53BF7}">
      <dgm:prSet/>
      <dgm:spPr/>
      <dgm:t>
        <a:bodyPr/>
        <a:lstStyle/>
        <a:p>
          <a:endParaRPr lang="en-US"/>
        </a:p>
      </dgm:t>
    </dgm:pt>
    <dgm:pt modelId="{A55E3DDA-7379-4F6C-BEC1-283D6F854250}">
      <dgm:prSet/>
      <dgm:spPr/>
      <dgm:t>
        <a:bodyPr/>
        <a:lstStyle/>
        <a:p>
          <a:r>
            <a:rPr lang="en-US"/>
            <a:t>Outline</a:t>
          </a:r>
        </a:p>
      </dgm:t>
    </dgm:pt>
    <dgm:pt modelId="{E346E877-5928-4B5D-BE44-D0CBBFA2CDDC}" type="parTrans" cxnId="{43375184-0739-4A4B-A131-9FE0CDC1D21A}">
      <dgm:prSet/>
      <dgm:spPr/>
      <dgm:t>
        <a:bodyPr/>
        <a:lstStyle/>
        <a:p>
          <a:endParaRPr lang="en-US"/>
        </a:p>
      </dgm:t>
    </dgm:pt>
    <dgm:pt modelId="{F3CCBA3A-6DFC-4610-A23A-84E9301F30DD}" type="sibTrans" cxnId="{43375184-0739-4A4B-A131-9FE0CDC1D21A}">
      <dgm:prSet/>
      <dgm:spPr/>
      <dgm:t>
        <a:bodyPr/>
        <a:lstStyle/>
        <a:p>
          <a:endParaRPr lang="en-US"/>
        </a:p>
      </dgm:t>
    </dgm:pt>
    <dgm:pt modelId="{4208456E-F818-452D-975A-52A3834CFB5C}">
      <dgm:prSet/>
      <dgm:spPr/>
      <dgm:t>
        <a:bodyPr/>
        <a:lstStyle/>
        <a:p>
          <a:r>
            <a:rPr lang="en-US"/>
            <a:t>Outline the role of the health educator in supporting traumatized children.</a:t>
          </a:r>
        </a:p>
      </dgm:t>
    </dgm:pt>
    <dgm:pt modelId="{BC282437-900B-4B98-BF76-1E1BB5D42811}" type="parTrans" cxnId="{9B185CBC-CEB1-422D-9D16-56E10D05B54F}">
      <dgm:prSet/>
      <dgm:spPr/>
      <dgm:t>
        <a:bodyPr/>
        <a:lstStyle/>
        <a:p>
          <a:endParaRPr lang="en-US"/>
        </a:p>
      </dgm:t>
    </dgm:pt>
    <dgm:pt modelId="{E2143639-4586-4A81-8017-BF17C90BD6F4}" type="sibTrans" cxnId="{9B185CBC-CEB1-422D-9D16-56E10D05B54F}">
      <dgm:prSet/>
      <dgm:spPr/>
      <dgm:t>
        <a:bodyPr/>
        <a:lstStyle/>
        <a:p>
          <a:endParaRPr lang="en-US"/>
        </a:p>
      </dgm:t>
    </dgm:pt>
    <dgm:pt modelId="{45EC3BDF-A2F1-4D44-B76F-0A0BD341966B}" type="pres">
      <dgm:prSet presAssocID="{10A04E35-4D57-42D0-849F-D463AC342D89}" presName="linearFlow" presStyleCnt="0">
        <dgm:presLayoutVars>
          <dgm:dir/>
          <dgm:animLvl val="lvl"/>
          <dgm:resizeHandles val="exact"/>
        </dgm:presLayoutVars>
      </dgm:prSet>
      <dgm:spPr/>
    </dgm:pt>
    <dgm:pt modelId="{92A5F145-70D0-4D44-85B8-9265584224B2}" type="pres">
      <dgm:prSet presAssocID="{54CEB4DD-AE24-4168-B303-BB018C2F7DE5}" presName="composite" presStyleCnt="0"/>
      <dgm:spPr/>
    </dgm:pt>
    <dgm:pt modelId="{8A45447B-53A7-4BB8-8378-236BE0EB15EC}" type="pres">
      <dgm:prSet presAssocID="{54CEB4DD-AE24-4168-B303-BB018C2F7DE5}" presName="parentText" presStyleLbl="alignNode1" presStyleIdx="0" presStyleCnt="4">
        <dgm:presLayoutVars>
          <dgm:chMax val="1"/>
          <dgm:bulletEnabled val="1"/>
        </dgm:presLayoutVars>
      </dgm:prSet>
      <dgm:spPr/>
    </dgm:pt>
    <dgm:pt modelId="{9BBEDFE7-CD80-467C-98BA-03B0403FEC29}" type="pres">
      <dgm:prSet presAssocID="{54CEB4DD-AE24-4168-B303-BB018C2F7DE5}" presName="descendantText" presStyleLbl="alignAcc1" presStyleIdx="0" presStyleCnt="4">
        <dgm:presLayoutVars>
          <dgm:bulletEnabled val="1"/>
        </dgm:presLayoutVars>
      </dgm:prSet>
      <dgm:spPr/>
    </dgm:pt>
    <dgm:pt modelId="{2F136A06-4698-40FD-A1BB-D4383153F289}" type="pres">
      <dgm:prSet presAssocID="{564EEF5F-FB53-4F85-ABAC-494038E9944B}" presName="sp" presStyleCnt="0"/>
      <dgm:spPr/>
    </dgm:pt>
    <dgm:pt modelId="{632457D1-984B-4571-947E-7E18856C087E}" type="pres">
      <dgm:prSet presAssocID="{861211CB-7C10-402E-B8EF-EF41112FD06A}" presName="composite" presStyleCnt="0"/>
      <dgm:spPr/>
    </dgm:pt>
    <dgm:pt modelId="{56528F23-D877-4DDC-BE63-3CE84C092808}" type="pres">
      <dgm:prSet presAssocID="{861211CB-7C10-402E-B8EF-EF41112FD06A}" presName="parentText" presStyleLbl="alignNode1" presStyleIdx="1" presStyleCnt="4">
        <dgm:presLayoutVars>
          <dgm:chMax val="1"/>
          <dgm:bulletEnabled val="1"/>
        </dgm:presLayoutVars>
      </dgm:prSet>
      <dgm:spPr/>
    </dgm:pt>
    <dgm:pt modelId="{14EE7CCD-A358-4640-B4DF-F2F044BDDBC8}" type="pres">
      <dgm:prSet presAssocID="{861211CB-7C10-402E-B8EF-EF41112FD06A}" presName="descendantText" presStyleLbl="alignAcc1" presStyleIdx="1" presStyleCnt="4">
        <dgm:presLayoutVars>
          <dgm:bulletEnabled val="1"/>
        </dgm:presLayoutVars>
      </dgm:prSet>
      <dgm:spPr/>
    </dgm:pt>
    <dgm:pt modelId="{4825D4A8-09AE-4775-8AC0-D8FE7C1525F0}" type="pres">
      <dgm:prSet presAssocID="{1608DCE7-8E92-4F27-8BBB-7BCD65D7825F}" presName="sp" presStyleCnt="0"/>
      <dgm:spPr/>
    </dgm:pt>
    <dgm:pt modelId="{1E899F65-7771-46FB-9979-C89B427BA707}" type="pres">
      <dgm:prSet presAssocID="{0392F16A-6264-4896-B918-B722E64F97DE}" presName="composite" presStyleCnt="0"/>
      <dgm:spPr/>
    </dgm:pt>
    <dgm:pt modelId="{5E8D8ADE-F7B4-4433-9E6E-D28C7D40CE33}" type="pres">
      <dgm:prSet presAssocID="{0392F16A-6264-4896-B918-B722E64F97DE}" presName="parentText" presStyleLbl="alignNode1" presStyleIdx="2" presStyleCnt="4">
        <dgm:presLayoutVars>
          <dgm:chMax val="1"/>
          <dgm:bulletEnabled val="1"/>
        </dgm:presLayoutVars>
      </dgm:prSet>
      <dgm:spPr/>
    </dgm:pt>
    <dgm:pt modelId="{E2EC9C4F-836C-4CD0-B002-D62C705CA15A}" type="pres">
      <dgm:prSet presAssocID="{0392F16A-6264-4896-B918-B722E64F97DE}" presName="descendantText" presStyleLbl="alignAcc1" presStyleIdx="2" presStyleCnt="4">
        <dgm:presLayoutVars>
          <dgm:bulletEnabled val="1"/>
        </dgm:presLayoutVars>
      </dgm:prSet>
      <dgm:spPr/>
    </dgm:pt>
    <dgm:pt modelId="{943C0AF5-9CE5-4220-8FC9-787DD28A8BBE}" type="pres">
      <dgm:prSet presAssocID="{A77494EC-7E7D-4CE2-9968-04F7261C9A51}" presName="sp" presStyleCnt="0"/>
      <dgm:spPr/>
    </dgm:pt>
    <dgm:pt modelId="{FB9AB1EE-6CC2-4688-822C-1663F90B083E}" type="pres">
      <dgm:prSet presAssocID="{A55E3DDA-7379-4F6C-BEC1-283D6F854250}" presName="composite" presStyleCnt="0"/>
      <dgm:spPr/>
    </dgm:pt>
    <dgm:pt modelId="{844E1F2B-A210-4107-B64D-39A9EC21CAB6}" type="pres">
      <dgm:prSet presAssocID="{A55E3DDA-7379-4F6C-BEC1-283D6F854250}" presName="parentText" presStyleLbl="alignNode1" presStyleIdx="3" presStyleCnt="4">
        <dgm:presLayoutVars>
          <dgm:chMax val="1"/>
          <dgm:bulletEnabled val="1"/>
        </dgm:presLayoutVars>
      </dgm:prSet>
      <dgm:spPr/>
    </dgm:pt>
    <dgm:pt modelId="{150624DA-0058-42F7-8A5F-4545F0367CDD}" type="pres">
      <dgm:prSet presAssocID="{A55E3DDA-7379-4F6C-BEC1-283D6F854250}" presName="descendantText" presStyleLbl="alignAcc1" presStyleIdx="3" presStyleCnt="4">
        <dgm:presLayoutVars>
          <dgm:bulletEnabled val="1"/>
        </dgm:presLayoutVars>
      </dgm:prSet>
      <dgm:spPr/>
    </dgm:pt>
  </dgm:ptLst>
  <dgm:cxnLst>
    <dgm:cxn modelId="{F241B504-0724-4E2F-92B2-B5D868F31DC9}" srcId="{10A04E35-4D57-42D0-849F-D463AC342D89}" destId="{54CEB4DD-AE24-4168-B303-BB018C2F7DE5}" srcOrd="0" destOrd="0" parTransId="{E685E494-7F42-498E-9BA8-B1C0113B1831}" sibTransId="{564EEF5F-FB53-4F85-ABAC-494038E9944B}"/>
    <dgm:cxn modelId="{8BD8D40C-EC7E-48B9-82F4-9151EA641321}" srcId="{54CEB4DD-AE24-4168-B303-BB018C2F7DE5}" destId="{F4BAB9B5-ECDF-4D6C-9FE3-86CE09F16EBA}" srcOrd="0" destOrd="0" parTransId="{3A758227-CB5F-45F3-93BD-38AC45F01AF6}" sibTransId="{0C9A536A-E4E0-43C2-B946-C8E9722879FC}"/>
    <dgm:cxn modelId="{BF171111-FD13-4D62-9701-6ED277A03D88}" type="presOf" srcId="{54CEB4DD-AE24-4168-B303-BB018C2F7DE5}" destId="{8A45447B-53A7-4BB8-8378-236BE0EB15EC}" srcOrd="0" destOrd="0" presId="urn:microsoft.com/office/officeart/2005/8/layout/chevron2"/>
    <dgm:cxn modelId="{57D1141E-F9B1-45DC-93B9-69E50E963493}" type="presOf" srcId="{4208456E-F818-452D-975A-52A3834CFB5C}" destId="{150624DA-0058-42F7-8A5F-4545F0367CDD}" srcOrd="0" destOrd="0" presId="urn:microsoft.com/office/officeart/2005/8/layout/chevron2"/>
    <dgm:cxn modelId="{4444ED53-0CBE-4D89-8B3D-D910B4A5EFF3}" type="presOf" srcId="{10A04E35-4D57-42D0-849F-D463AC342D89}" destId="{45EC3BDF-A2F1-4D44-B76F-0A0BD341966B}" srcOrd="0" destOrd="0" presId="urn:microsoft.com/office/officeart/2005/8/layout/chevron2"/>
    <dgm:cxn modelId="{61320359-5123-4CDB-8A69-085278E53BF7}" srcId="{0392F16A-6264-4896-B918-B722E64F97DE}" destId="{3A240FEA-05D7-4B9B-8306-1260CD79D8AB}" srcOrd="0" destOrd="0" parTransId="{24C05EDF-C95D-4B9C-86F0-46EF70E0538A}" sibTransId="{41FD4DC2-6100-4A77-971F-DA8AAB32E93E}"/>
    <dgm:cxn modelId="{D1B0E07D-CDCE-4401-B813-076FD6C92598}" type="presOf" srcId="{3A240FEA-05D7-4B9B-8306-1260CD79D8AB}" destId="{E2EC9C4F-836C-4CD0-B002-D62C705CA15A}" srcOrd="0" destOrd="0" presId="urn:microsoft.com/office/officeart/2005/8/layout/chevron2"/>
    <dgm:cxn modelId="{43375184-0739-4A4B-A131-9FE0CDC1D21A}" srcId="{10A04E35-4D57-42D0-849F-D463AC342D89}" destId="{A55E3DDA-7379-4F6C-BEC1-283D6F854250}" srcOrd="3" destOrd="0" parTransId="{E346E877-5928-4B5D-BE44-D0CBBFA2CDDC}" sibTransId="{F3CCBA3A-6DFC-4610-A23A-84E9301F30DD}"/>
    <dgm:cxn modelId="{D508D784-BC0A-4C83-AA4E-98CBEBF93D4A}" type="presOf" srcId="{861211CB-7C10-402E-B8EF-EF41112FD06A}" destId="{56528F23-D877-4DDC-BE63-3CE84C092808}" srcOrd="0" destOrd="0" presId="urn:microsoft.com/office/officeart/2005/8/layout/chevron2"/>
    <dgm:cxn modelId="{41C58B9D-DDD0-4199-AF1D-9DA11F60AE49}" type="presOf" srcId="{F4BAB9B5-ECDF-4D6C-9FE3-86CE09F16EBA}" destId="{9BBEDFE7-CD80-467C-98BA-03B0403FEC29}" srcOrd="0" destOrd="0" presId="urn:microsoft.com/office/officeart/2005/8/layout/chevron2"/>
    <dgm:cxn modelId="{9B185CBC-CEB1-422D-9D16-56E10D05B54F}" srcId="{A55E3DDA-7379-4F6C-BEC1-283D6F854250}" destId="{4208456E-F818-452D-975A-52A3834CFB5C}" srcOrd="0" destOrd="0" parTransId="{BC282437-900B-4B98-BF76-1E1BB5D42811}" sibTransId="{E2143639-4586-4A81-8017-BF17C90BD6F4}"/>
    <dgm:cxn modelId="{FB2AF0BC-B128-46EF-BA76-EF172D767A96}" type="presOf" srcId="{63B10F7D-A224-454B-990A-7EE9F447AFD9}" destId="{14EE7CCD-A358-4640-B4DF-F2F044BDDBC8}" srcOrd="0" destOrd="0" presId="urn:microsoft.com/office/officeart/2005/8/layout/chevron2"/>
    <dgm:cxn modelId="{238936CB-F1DA-41DA-8B4C-FCE8E4983AB1}" type="presOf" srcId="{0392F16A-6264-4896-B918-B722E64F97DE}" destId="{5E8D8ADE-F7B4-4433-9E6E-D28C7D40CE33}" srcOrd="0" destOrd="0" presId="urn:microsoft.com/office/officeart/2005/8/layout/chevron2"/>
    <dgm:cxn modelId="{1C78CCD7-24B5-482D-B103-2BFAF10AC3B0}" type="presOf" srcId="{A55E3DDA-7379-4F6C-BEC1-283D6F854250}" destId="{844E1F2B-A210-4107-B64D-39A9EC21CAB6}" srcOrd="0" destOrd="0" presId="urn:microsoft.com/office/officeart/2005/8/layout/chevron2"/>
    <dgm:cxn modelId="{495542E9-0833-4C09-A8C8-EE7D88371F4A}" srcId="{10A04E35-4D57-42D0-849F-D463AC342D89}" destId="{0392F16A-6264-4896-B918-B722E64F97DE}" srcOrd="2" destOrd="0" parTransId="{379F5684-335C-4433-BAB7-2501ACBE8BA8}" sibTransId="{A77494EC-7E7D-4CE2-9968-04F7261C9A51}"/>
    <dgm:cxn modelId="{B30071F8-026A-45D4-AB6C-9122CC513A0A}" srcId="{861211CB-7C10-402E-B8EF-EF41112FD06A}" destId="{63B10F7D-A224-454B-990A-7EE9F447AFD9}" srcOrd="0" destOrd="0" parTransId="{65E65B5A-9032-425B-A7B2-DA1FF4AEE699}" sibTransId="{F9A92677-351F-428C-874A-6F2EE894B092}"/>
    <dgm:cxn modelId="{BD451DFB-C6FC-44B2-87DC-389C6EDB9B50}" srcId="{10A04E35-4D57-42D0-849F-D463AC342D89}" destId="{861211CB-7C10-402E-B8EF-EF41112FD06A}" srcOrd="1" destOrd="0" parTransId="{9CE65C17-4F1E-4E17-A50B-0AB8F4AA80F4}" sibTransId="{1608DCE7-8E92-4F27-8BBB-7BCD65D7825F}"/>
    <dgm:cxn modelId="{5E6DC077-6230-4E55-942C-8ED83A3C0295}" type="presParOf" srcId="{45EC3BDF-A2F1-4D44-B76F-0A0BD341966B}" destId="{92A5F145-70D0-4D44-85B8-9265584224B2}" srcOrd="0" destOrd="0" presId="urn:microsoft.com/office/officeart/2005/8/layout/chevron2"/>
    <dgm:cxn modelId="{0E6C189F-172B-41BD-B942-E9863CA447B9}" type="presParOf" srcId="{92A5F145-70D0-4D44-85B8-9265584224B2}" destId="{8A45447B-53A7-4BB8-8378-236BE0EB15EC}" srcOrd="0" destOrd="0" presId="urn:microsoft.com/office/officeart/2005/8/layout/chevron2"/>
    <dgm:cxn modelId="{FAF44F27-6E0A-4657-AE40-48F9F82A673E}" type="presParOf" srcId="{92A5F145-70D0-4D44-85B8-9265584224B2}" destId="{9BBEDFE7-CD80-467C-98BA-03B0403FEC29}" srcOrd="1" destOrd="0" presId="urn:microsoft.com/office/officeart/2005/8/layout/chevron2"/>
    <dgm:cxn modelId="{35D539B0-2ED2-4D6D-AF99-D988D6D60CC3}" type="presParOf" srcId="{45EC3BDF-A2F1-4D44-B76F-0A0BD341966B}" destId="{2F136A06-4698-40FD-A1BB-D4383153F289}" srcOrd="1" destOrd="0" presId="urn:microsoft.com/office/officeart/2005/8/layout/chevron2"/>
    <dgm:cxn modelId="{07AD721B-6AC4-40D5-803B-CA6B9994697C}" type="presParOf" srcId="{45EC3BDF-A2F1-4D44-B76F-0A0BD341966B}" destId="{632457D1-984B-4571-947E-7E18856C087E}" srcOrd="2" destOrd="0" presId="urn:microsoft.com/office/officeart/2005/8/layout/chevron2"/>
    <dgm:cxn modelId="{13E66EC4-78C6-4E37-B7C2-F71473844E1B}" type="presParOf" srcId="{632457D1-984B-4571-947E-7E18856C087E}" destId="{56528F23-D877-4DDC-BE63-3CE84C092808}" srcOrd="0" destOrd="0" presId="urn:microsoft.com/office/officeart/2005/8/layout/chevron2"/>
    <dgm:cxn modelId="{C7EA8625-8839-495D-BFCD-12E1BF2D1BAA}" type="presParOf" srcId="{632457D1-984B-4571-947E-7E18856C087E}" destId="{14EE7CCD-A358-4640-B4DF-F2F044BDDBC8}" srcOrd="1" destOrd="0" presId="urn:microsoft.com/office/officeart/2005/8/layout/chevron2"/>
    <dgm:cxn modelId="{F6B22376-6F71-4484-8202-3B650838CA90}" type="presParOf" srcId="{45EC3BDF-A2F1-4D44-B76F-0A0BD341966B}" destId="{4825D4A8-09AE-4775-8AC0-D8FE7C1525F0}" srcOrd="3" destOrd="0" presId="urn:microsoft.com/office/officeart/2005/8/layout/chevron2"/>
    <dgm:cxn modelId="{859B784F-0A7C-4B18-8019-FC1F06C600E0}" type="presParOf" srcId="{45EC3BDF-A2F1-4D44-B76F-0A0BD341966B}" destId="{1E899F65-7771-46FB-9979-C89B427BA707}" srcOrd="4" destOrd="0" presId="urn:microsoft.com/office/officeart/2005/8/layout/chevron2"/>
    <dgm:cxn modelId="{7D309312-4B3B-48B9-907A-1369468BF949}" type="presParOf" srcId="{1E899F65-7771-46FB-9979-C89B427BA707}" destId="{5E8D8ADE-F7B4-4433-9E6E-D28C7D40CE33}" srcOrd="0" destOrd="0" presId="urn:microsoft.com/office/officeart/2005/8/layout/chevron2"/>
    <dgm:cxn modelId="{C951739A-17A3-4DA2-BF43-BFD2766E55C6}" type="presParOf" srcId="{1E899F65-7771-46FB-9979-C89B427BA707}" destId="{E2EC9C4F-836C-4CD0-B002-D62C705CA15A}" srcOrd="1" destOrd="0" presId="urn:microsoft.com/office/officeart/2005/8/layout/chevron2"/>
    <dgm:cxn modelId="{369AAD6E-43CE-4F49-A2BF-7DB91B0C1F0B}" type="presParOf" srcId="{45EC3BDF-A2F1-4D44-B76F-0A0BD341966B}" destId="{943C0AF5-9CE5-4220-8FC9-787DD28A8BBE}" srcOrd="5" destOrd="0" presId="urn:microsoft.com/office/officeart/2005/8/layout/chevron2"/>
    <dgm:cxn modelId="{E5CE55A3-4845-4B59-A0D1-DB40F53EB476}" type="presParOf" srcId="{45EC3BDF-A2F1-4D44-B76F-0A0BD341966B}" destId="{FB9AB1EE-6CC2-4688-822C-1663F90B083E}" srcOrd="6" destOrd="0" presId="urn:microsoft.com/office/officeart/2005/8/layout/chevron2"/>
    <dgm:cxn modelId="{F1650AC1-6C02-4C6A-B507-60DEA8BEF1C6}" type="presParOf" srcId="{FB9AB1EE-6CC2-4688-822C-1663F90B083E}" destId="{844E1F2B-A210-4107-B64D-39A9EC21CAB6}" srcOrd="0" destOrd="0" presId="urn:microsoft.com/office/officeart/2005/8/layout/chevron2"/>
    <dgm:cxn modelId="{6FB19758-649B-49D8-9205-694369FD5119}" type="presParOf" srcId="{FB9AB1EE-6CC2-4688-822C-1663F90B083E}" destId="{150624DA-0058-42F7-8A5F-4545F0367CDD}" srcOrd="1" destOrd="0" presId="urn:microsoft.com/office/officeart/2005/8/layout/chevron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75366502-C2B8-47DB-BBFA-49DA8ABCF9A9}" type="doc">
      <dgm:prSet loTypeId="urn:microsoft.com/office/officeart/2008/layout/LinedList" loCatId="list" qsTypeId="urn:microsoft.com/office/officeart/2005/8/quickstyle/simple1" qsCatId="simple" csTypeId="urn:microsoft.com/office/officeart/2005/8/colors/accent4_2" csCatId="accent4" phldr="1"/>
      <dgm:spPr/>
      <dgm:t>
        <a:bodyPr/>
        <a:lstStyle/>
        <a:p>
          <a:endParaRPr lang="en-US"/>
        </a:p>
      </dgm:t>
    </dgm:pt>
    <dgm:pt modelId="{6B66CF61-1DA2-4001-BA53-9DD6FB50760D}">
      <dgm:prSet custT="1"/>
      <dgm:spPr/>
      <dgm:t>
        <a:bodyPr/>
        <a:lstStyle/>
        <a:p>
          <a:r>
            <a:rPr lang="en-US" sz="1600" b="1" dirty="0"/>
            <a:t>Definition:</a:t>
          </a:r>
          <a:r>
            <a:rPr lang="en-US" sz="1600" dirty="0"/>
            <a:t> A disorder that develops after exposure to severe stress, such as injuries, accidents, death, abuse, physical and sexual violence, disasters, or ongoing painful episodes due to illnesses, their complication or treatment processes, lasting longer than one month. Diagnosis via DSM-5-TR criteria.</a:t>
          </a:r>
        </a:p>
      </dgm:t>
    </dgm:pt>
    <dgm:pt modelId="{4EC6830D-D319-472E-B06E-22A438E4C4D9}" type="parTrans" cxnId="{57ED1587-1D20-4E20-8135-2071D0C04669}">
      <dgm:prSet/>
      <dgm:spPr/>
      <dgm:t>
        <a:bodyPr/>
        <a:lstStyle/>
        <a:p>
          <a:endParaRPr lang="en-US"/>
        </a:p>
      </dgm:t>
    </dgm:pt>
    <dgm:pt modelId="{1CD74777-34F4-4DF9-909B-ED9AAF6CDBED}" type="sibTrans" cxnId="{57ED1587-1D20-4E20-8135-2071D0C04669}">
      <dgm:prSet/>
      <dgm:spPr/>
      <dgm:t>
        <a:bodyPr/>
        <a:lstStyle/>
        <a:p>
          <a:endParaRPr lang="en-US"/>
        </a:p>
      </dgm:t>
    </dgm:pt>
    <dgm:pt modelId="{48B6BA34-99BC-4D9C-9C4E-E77D40CC1533}">
      <dgm:prSet/>
      <dgm:spPr/>
      <dgm:t>
        <a:bodyPr/>
        <a:lstStyle/>
        <a:p>
          <a:r>
            <a:rPr lang="en-US" b="1" dirty="0"/>
            <a:t>Symptoms:</a:t>
          </a:r>
          <a:r>
            <a:rPr lang="en-US" dirty="0"/>
            <a:t> Re-experiencing (flashbacks), avoidance (detachment), negative alterations in mood/cognition, and hyperarousal (jumpy/fearful).</a:t>
          </a:r>
        </a:p>
      </dgm:t>
    </dgm:pt>
    <dgm:pt modelId="{668B90A4-0D76-4047-8DBA-5ABFE85A0865}" type="parTrans" cxnId="{FFEF2CF2-6E41-41F5-BA5D-F61E912C151C}">
      <dgm:prSet/>
      <dgm:spPr/>
      <dgm:t>
        <a:bodyPr/>
        <a:lstStyle/>
        <a:p>
          <a:endParaRPr lang="en-US"/>
        </a:p>
      </dgm:t>
    </dgm:pt>
    <dgm:pt modelId="{DB9E6136-9588-45CF-A67A-F18EEE0CFA4D}" type="sibTrans" cxnId="{FFEF2CF2-6E41-41F5-BA5D-F61E912C151C}">
      <dgm:prSet/>
      <dgm:spPr/>
      <dgm:t>
        <a:bodyPr/>
        <a:lstStyle/>
        <a:p>
          <a:endParaRPr lang="en-US"/>
        </a:p>
      </dgm:t>
    </dgm:pt>
    <dgm:pt modelId="{FB17CB40-9922-4EFC-911F-F6896CD247D1}">
      <dgm:prSet/>
      <dgm:spPr/>
      <dgm:t>
        <a:bodyPr/>
        <a:lstStyle/>
        <a:p>
          <a:r>
            <a:rPr lang="en-US" b="1" dirty="0"/>
            <a:t>Key Distinction:</a:t>
          </a:r>
          <a:r>
            <a:rPr lang="en-US" dirty="0"/>
            <a:t> Not all children who experience trauma develop PTSD, but 15% of children who experience severe trauma do. Unlike adults, children may express trauma through repetitive play, behavioral regression, or extreme temper tantrums.</a:t>
          </a:r>
        </a:p>
      </dgm:t>
    </dgm:pt>
    <dgm:pt modelId="{D32774B8-AA43-4301-A613-46F7EB250737}" type="parTrans" cxnId="{26F736E7-8EFE-4A85-B469-B7321445C9D2}">
      <dgm:prSet/>
      <dgm:spPr/>
      <dgm:t>
        <a:bodyPr/>
        <a:lstStyle/>
        <a:p>
          <a:endParaRPr lang="en-US"/>
        </a:p>
      </dgm:t>
    </dgm:pt>
    <dgm:pt modelId="{5A1EDF7C-8B4A-4367-B2BD-851A10F34EB2}" type="sibTrans" cxnId="{26F736E7-8EFE-4A85-B469-B7321445C9D2}">
      <dgm:prSet/>
      <dgm:spPr/>
      <dgm:t>
        <a:bodyPr/>
        <a:lstStyle/>
        <a:p>
          <a:endParaRPr lang="en-US"/>
        </a:p>
      </dgm:t>
    </dgm:pt>
    <dgm:pt modelId="{4EA6AA36-0069-436C-9C26-2D0FE58D67A1}" type="pres">
      <dgm:prSet presAssocID="{75366502-C2B8-47DB-BBFA-49DA8ABCF9A9}" presName="vert0" presStyleCnt="0">
        <dgm:presLayoutVars>
          <dgm:dir/>
          <dgm:animOne val="branch"/>
          <dgm:animLvl val="lvl"/>
        </dgm:presLayoutVars>
      </dgm:prSet>
      <dgm:spPr/>
    </dgm:pt>
    <dgm:pt modelId="{61044FB1-6B9B-4D74-BCBA-9D744E891659}" type="pres">
      <dgm:prSet presAssocID="{6B66CF61-1DA2-4001-BA53-9DD6FB50760D}" presName="thickLine" presStyleLbl="alignNode1" presStyleIdx="0" presStyleCnt="3"/>
      <dgm:spPr/>
    </dgm:pt>
    <dgm:pt modelId="{4BD19B0D-FFA1-4E3B-9FB1-9F0D5F34BB6C}" type="pres">
      <dgm:prSet presAssocID="{6B66CF61-1DA2-4001-BA53-9DD6FB50760D}" presName="horz1" presStyleCnt="0"/>
      <dgm:spPr/>
    </dgm:pt>
    <dgm:pt modelId="{F82A30F7-65C1-49A5-8F51-F670C718D667}" type="pres">
      <dgm:prSet presAssocID="{6B66CF61-1DA2-4001-BA53-9DD6FB50760D}" presName="tx1" presStyleLbl="revTx" presStyleIdx="0" presStyleCnt="3"/>
      <dgm:spPr/>
    </dgm:pt>
    <dgm:pt modelId="{EED6C8C0-2E64-4979-BE87-23333C14F682}" type="pres">
      <dgm:prSet presAssocID="{6B66CF61-1DA2-4001-BA53-9DD6FB50760D}" presName="vert1" presStyleCnt="0"/>
      <dgm:spPr/>
    </dgm:pt>
    <dgm:pt modelId="{AEA89EA2-0771-482A-B094-6AA6F2596F50}" type="pres">
      <dgm:prSet presAssocID="{48B6BA34-99BC-4D9C-9C4E-E77D40CC1533}" presName="thickLine" presStyleLbl="alignNode1" presStyleIdx="1" presStyleCnt="3"/>
      <dgm:spPr/>
    </dgm:pt>
    <dgm:pt modelId="{19461390-9F0D-42B2-A5A6-BAA664410891}" type="pres">
      <dgm:prSet presAssocID="{48B6BA34-99BC-4D9C-9C4E-E77D40CC1533}" presName="horz1" presStyleCnt="0"/>
      <dgm:spPr/>
    </dgm:pt>
    <dgm:pt modelId="{ABC4002D-53C9-42F3-9C3F-D3333F5F3416}" type="pres">
      <dgm:prSet presAssocID="{48B6BA34-99BC-4D9C-9C4E-E77D40CC1533}" presName="tx1" presStyleLbl="revTx" presStyleIdx="1" presStyleCnt="3"/>
      <dgm:spPr/>
    </dgm:pt>
    <dgm:pt modelId="{062B75E7-A8B1-4A45-8D3B-5BD1CC7C8F58}" type="pres">
      <dgm:prSet presAssocID="{48B6BA34-99BC-4D9C-9C4E-E77D40CC1533}" presName="vert1" presStyleCnt="0"/>
      <dgm:spPr/>
    </dgm:pt>
    <dgm:pt modelId="{69F4DE98-0A19-42FF-A6C2-6E0D185698AA}" type="pres">
      <dgm:prSet presAssocID="{FB17CB40-9922-4EFC-911F-F6896CD247D1}" presName="thickLine" presStyleLbl="alignNode1" presStyleIdx="2" presStyleCnt="3"/>
      <dgm:spPr/>
    </dgm:pt>
    <dgm:pt modelId="{07FCBFB6-3020-4531-B6A6-741DBF1F30D7}" type="pres">
      <dgm:prSet presAssocID="{FB17CB40-9922-4EFC-911F-F6896CD247D1}" presName="horz1" presStyleCnt="0"/>
      <dgm:spPr/>
    </dgm:pt>
    <dgm:pt modelId="{17AC8706-4802-462D-8588-573F27AC4CE0}" type="pres">
      <dgm:prSet presAssocID="{FB17CB40-9922-4EFC-911F-F6896CD247D1}" presName="tx1" presStyleLbl="revTx" presStyleIdx="2" presStyleCnt="3"/>
      <dgm:spPr/>
    </dgm:pt>
    <dgm:pt modelId="{9AF16704-30EC-4B86-80B0-32B732BB127A}" type="pres">
      <dgm:prSet presAssocID="{FB17CB40-9922-4EFC-911F-F6896CD247D1}" presName="vert1" presStyleCnt="0"/>
      <dgm:spPr/>
    </dgm:pt>
  </dgm:ptLst>
  <dgm:cxnLst>
    <dgm:cxn modelId="{98F82203-1CF9-422B-A566-641A9E1D2763}" type="presOf" srcId="{48B6BA34-99BC-4D9C-9C4E-E77D40CC1533}" destId="{ABC4002D-53C9-42F3-9C3F-D3333F5F3416}" srcOrd="0" destOrd="0" presId="urn:microsoft.com/office/officeart/2008/layout/LinedList"/>
    <dgm:cxn modelId="{4B1EC43D-096C-45E7-A212-8A9973A41820}" type="presOf" srcId="{6B66CF61-1DA2-4001-BA53-9DD6FB50760D}" destId="{F82A30F7-65C1-49A5-8F51-F670C718D667}" srcOrd="0" destOrd="0" presId="urn:microsoft.com/office/officeart/2008/layout/LinedList"/>
    <dgm:cxn modelId="{0296F857-1AF4-4D14-A0F2-EBA7EB50D5FD}" type="presOf" srcId="{FB17CB40-9922-4EFC-911F-F6896CD247D1}" destId="{17AC8706-4802-462D-8588-573F27AC4CE0}" srcOrd="0" destOrd="0" presId="urn:microsoft.com/office/officeart/2008/layout/LinedList"/>
    <dgm:cxn modelId="{57ED1587-1D20-4E20-8135-2071D0C04669}" srcId="{75366502-C2B8-47DB-BBFA-49DA8ABCF9A9}" destId="{6B66CF61-1DA2-4001-BA53-9DD6FB50760D}" srcOrd="0" destOrd="0" parTransId="{4EC6830D-D319-472E-B06E-22A438E4C4D9}" sibTransId="{1CD74777-34F4-4DF9-909B-ED9AAF6CDBED}"/>
    <dgm:cxn modelId="{00E2A991-55F8-4554-8ACC-7B9830F5E15B}" type="presOf" srcId="{75366502-C2B8-47DB-BBFA-49DA8ABCF9A9}" destId="{4EA6AA36-0069-436C-9C26-2D0FE58D67A1}" srcOrd="0" destOrd="0" presId="urn:microsoft.com/office/officeart/2008/layout/LinedList"/>
    <dgm:cxn modelId="{26F736E7-8EFE-4A85-B469-B7321445C9D2}" srcId="{75366502-C2B8-47DB-BBFA-49DA8ABCF9A9}" destId="{FB17CB40-9922-4EFC-911F-F6896CD247D1}" srcOrd="2" destOrd="0" parTransId="{D32774B8-AA43-4301-A613-46F7EB250737}" sibTransId="{5A1EDF7C-8B4A-4367-B2BD-851A10F34EB2}"/>
    <dgm:cxn modelId="{FFEF2CF2-6E41-41F5-BA5D-F61E912C151C}" srcId="{75366502-C2B8-47DB-BBFA-49DA8ABCF9A9}" destId="{48B6BA34-99BC-4D9C-9C4E-E77D40CC1533}" srcOrd="1" destOrd="0" parTransId="{668B90A4-0D76-4047-8DBA-5ABFE85A0865}" sibTransId="{DB9E6136-9588-45CF-A67A-F18EEE0CFA4D}"/>
    <dgm:cxn modelId="{D5F5DA51-946A-4430-B038-B97A08C93F12}" type="presParOf" srcId="{4EA6AA36-0069-436C-9C26-2D0FE58D67A1}" destId="{61044FB1-6B9B-4D74-BCBA-9D744E891659}" srcOrd="0" destOrd="0" presId="urn:microsoft.com/office/officeart/2008/layout/LinedList"/>
    <dgm:cxn modelId="{E4BC98CE-B5E4-4F31-BFE5-817DAA0AF4A4}" type="presParOf" srcId="{4EA6AA36-0069-436C-9C26-2D0FE58D67A1}" destId="{4BD19B0D-FFA1-4E3B-9FB1-9F0D5F34BB6C}" srcOrd="1" destOrd="0" presId="urn:microsoft.com/office/officeart/2008/layout/LinedList"/>
    <dgm:cxn modelId="{FA552F10-64F6-4791-A6B4-6895E22DB746}" type="presParOf" srcId="{4BD19B0D-FFA1-4E3B-9FB1-9F0D5F34BB6C}" destId="{F82A30F7-65C1-49A5-8F51-F670C718D667}" srcOrd="0" destOrd="0" presId="urn:microsoft.com/office/officeart/2008/layout/LinedList"/>
    <dgm:cxn modelId="{BF6BDD42-A2F2-4FBF-9DBF-3BB14C91A2E5}" type="presParOf" srcId="{4BD19B0D-FFA1-4E3B-9FB1-9F0D5F34BB6C}" destId="{EED6C8C0-2E64-4979-BE87-23333C14F682}" srcOrd="1" destOrd="0" presId="urn:microsoft.com/office/officeart/2008/layout/LinedList"/>
    <dgm:cxn modelId="{0665C724-EF7C-4178-9415-1E28D540E854}" type="presParOf" srcId="{4EA6AA36-0069-436C-9C26-2D0FE58D67A1}" destId="{AEA89EA2-0771-482A-B094-6AA6F2596F50}" srcOrd="2" destOrd="0" presId="urn:microsoft.com/office/officeart/2008/layout/LinedList"/>
    <dgm:cxn modelId="{21ECAA44-4D7E-4532-AC24-2BA08A5EC6BB}" type="presParOf" srcId="{4EA6AA36-0069-436C-9C26-2D0FE58D67A1}" destId="{19461390-9F0D-42B2-A5A6-BAA664410891}" srcOrd="3" destOrd="0" presId="urn:microsoft.com/office/officeart/2008/layout/LinedList"/>
    <dgm:cxn modelId="{A2C55262-5604-4AD4-8A70-99A8D68B7C43}" type="presParOf" srcId="{19461390-9F0D-42B2-A5A6-BAA664410891}" destId="{ABC4002D-53C9-42F3-9C3F-D3333F5F3416}" srcOrd="0" destOrd="0" presId="urn:microsoft.com/office/officeart/2008/layout/LinedList"/>
    <dgm:cxn modelId="{9F5CB7CB-0D4C-4739-B1AD-CDC473B2C502}" type="presParOf" srcId="{19461390-9F0D-42B2-A5A6-BAA664410891}" destId="{062B75E7-A8B1-4A45-8D3B-5BD1CC7C8F58}" srcOrd="1" destOrd="0" presId="urn:microsoft.com/office/officeart/2008/layout/LinedList"/>
    <dgm:cxn modelId="{4E868A61-3E3B-483C-BF94-9C879B6177C0}" type="presParOf" srcId="{4EA6AA36-0069-436C-9C26-2D0FE58D67A1}" destId="{69F4DE98-0A19-42FF-A6C2-6E0D185698AA}" srcOrd="4" destOrd="0" presId="urn:microsoft.com/office/officeart/2008/layout/LinedList"/>
    <dgm:cxn modelId="{3DA9D63F-2FF7-4C56-B513-B4847D30E2F5}" type="presParOf" srcId="{4EA6AA36-0069-436C-9C26-2D0FE58D67A1}" destId="{07FCBFB6-3020-4531-B6A6-741DBF1F30D7}" srcOrd="5" destOrd="0" presId="urn:microsoft.com/office/officeart/2008/layout/LinedList"/>
    <dgm:cxn modelId="{5ED35B32-F0B5-4B35-A093-2881B8FB06A6}" type="presParOf" srcId="{07FCBFB6-3020-4531-B6A6-741DBF1F30D7}" destId="{17AC8706-4802-462D-8588-573F27AC4CE0}" srcOrd="0" destOrd="0" presId="urn:microsoft.com/office/officeart/2008/layout/LinedList"/>
    <dgm:cxn modelId="{A054DBB5-A510-436E-8C00-4FE64AB6EC2C}" type="presParOf" srcId="{07FCBFB6-3020-4531-B6A6-741DBF1F30D7}" destId="{9AF16704-30EC-4B86-80B0-32B732BB127A}" srcOrd="1" destOrd="0" presId="urn:microsoft.com/office/officeart/2008/layout/LinedList"/>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AFE96FFA-4BBB-4C7B-9D4E-06D0D019CE1B}" type="doc">
      <dgm:prSet loTypeId="urn:microsoft.com/office/officeart/2005/8/layout/default" loCatId="list" qsTypeId="urn:microsoft.com/office/officeart/2005/8/quickstyle/simple1" qsCatId="simple" csTypeId="urn:microsoft.com/office/officeart/2005/8/colors/accent1_2" csCatId="accent1" phldr="1"/>
      <dgm:spPr/>
      <dgm:t>
        <a:bodyPr/>
        <a:lstStyle/>
        <a:p>
          <a:endParaRPr lang="en-US"/>
        </a:p>
      </dgm:t>
    </dgm:pt>
    <dgm:pt modelId="{FA8351D6-7903-43EE-B3A6-B90E280DE7B9}">
      <dgm:prSet/>
      <dgm:spPr/>
      <dgm:t>
        <a:bodyPr/>
        <a:lstStyle/>
        <a:p>
          <a:r>
            <a:rPr lang="en-US" b="1"/>
            <a:t>Social Isolation:</a:t>
          </a:r>
          <a:r>
            <a:rPr lang="en-US"/>
            <a:t> Children with PTSD often feel detached from friends or family and may withdraw socially.</a:t>
          </a:r>
        </a:p>
      </dgm:t>
    </dgm:pt>
    <dgm:pt modelId="{90EAA368-0AB4-4BAF-BDAF-1F13314462C4}" type="parTrans" cxnId="{03527D83-F4EC-4172-8648-4ADC00DAA6AB}">
      <dgm:prSet/>
      <dgm:spPr/>
      <dgm:t>
        <a:bodyPr/>
        <a:lstStyle/>
        <a:p>
          <a:endParaRPr lang="en-US"/>
        </a:p>
      </dgm:t>
    </dgm:pt>
    <dgm:pt modelId="{F416FE46-B265-4BBE-8822-BE50DF2AFAD4}" type="sibTrans" cxnId="{03527D83-F4EC-4172-8648-4ADC00DAA6AB}">
      <dgm:prSet phldrT="1"/>
      <dgm:spPr/>
      <dgm:t>
        <a:bodyPr/>
        <a:lstStyle/>
        <a:p>
          <a:endParaRPr lang="en-US"/>
        </a:p>
      </dgm:t>
    </dgm:pt>
    <dgm:pt modelId="{3916322F-E817-4207-B641-3E88D429A98C}">
      <dgm:prSet/>
      <dgm:spPr/>
      <dgm:t>
        <a:bodyPr/>
        <a:lstStyle/>
        <a:p>
          <a:r>
            <a:rPr lang="en-US" b="1" dirty="0"/>
            <a:t>Emotional Dysregulation:</a:t>
          </a:r>
          <a:r>
            <a:rPr lang="en-US" dirty="0"/>
            <a:t> Persistent negative emotional states, including high levels of fear, guilt, anger, or shame. </a:t>
          </a:r>
        </a:p>
      </dgm:t>
    </dgm:pt>
    <dgm:pt modelId="{C5C01AD6-5E7D-461B-B318-924C15531BAB}" type="parTrans" cxnId="{4FB39026-64BC-4379-9464-CE5BD0811144}">
      <dgm:prSet/>
      <dgm:spPr/>
      <dgm:t>
        <a:bodyPr/>
        <a:lstStyle/>
        <a:p>
          <a:endParaRPr lang="en-US"/>
        </a:p>
      </dgm:t>
    </dgm:pt>
    <dgm:pt modelId="{057C03AB-5B56-49B0-B5A3-9B9325296855}" type="sibTrans" cxnId="{4FB39026-64BC-4379-9464-CE5BD0811144}">
      <dgm:prSet phldrT="2"/>
      <dgm:spPr/>
      <dgm:t>
        <a:bodyPr/>
        <a:lstStyle/>
        <a:p>
          <a:endParaRPr lang="en-US"/>
        </a:p>
      </dgm:t>
    </dgm:pt>
    <dgm:pt modelId="{BC250974-235A-4671-8370-45E8BEEAA6B0}">
      <dgm:prSet/>
      <dgm:spPr/>
      <dgm:t>
        <a:bodyPr/>
        <a:lstStyle/>
        <a:p>
          <a:r>
            <a:rPr lang="en-US" b="1"/>
            <a:t>Diminished Interest:</a:t>
          </a:r>
          <a:r>
            <a:rPr lang="en-US"/>
            <a:t> Loss of interest in significant activities, including play, which is vital for child.</a:t>
          </a:r>
        </a:p>
      </dgm:t>
    </dgm:pt>
    <dgm:pt modelId="{00C210BD-7974-4EE2-B377-88EB9F3BCF09}" type="parTrans" cxnId="{D165902D-E1E9-48C5-9ACC-F35CFF77AF2A}">
      <dgm:prSet/>
      <dgm:spPr/>
      <dgm:t>
        <a:bodyPr/>
        <a:lstStyle/>
        <a:p>
          <a:endParaRPr lang="en-US"/>
        </a:p>
      </dgm:t>
    </dgm:pt>
    <dgm:pt modelId="{80FF87C5-BA9F-46DF-8D53-46AE376B4E79}" type="sibTrans" cxnId="{D165902D-E1E9-48C5-9ACC-F35CFF77AF2A}">
      <dgm:prSet phldrT="3"/>
      <dgm:spPr/>
      <dgm:t>
        <a:bodyPr/>
        <a:lstStyle/>
        <a:p>
          <a:endParaRPr lang="en-US"/>
        </a:p>
      </dgm:t>
    </dgm:pt>
    <dgm:pt modelId="{A3EBB1BD-0975-4914-8339-518A38EADE25}">
      <dgm:prSet/>
      <dgm:spPr/>
      <dgm:t>
        <a:bodyPr/>
        <a:lstStyle/>
        <a:p>
          <a:r>
            <a:rPr lang="en-US" b="1" dirty="0"/>
            <a:t>Behavioral Problems:</a:t>
          </a:r>
          <a:r>
            <a:rPr lang="en-US" dirty="0"/>
            <a:t> Increased internalizing (anxiety/depression) and externalizing behaviors (aggression).</a:t>
          </a:r>
        </a:p>
      </dgm:t>
    </dgm:pt>
    <dgm:pt modelId="{620C18E4-78BC-45F8-A8D0-E55E2CD01260}" type="parTrans" cxnId="{44D7C422-6E73-40A6-9D6F-96F1F222C88A}">
      <dgm:prSet/>
      <dgm:spPr/>
      <dgm:t>
        <a:bodyPr/>
        <a:lstStyle/>
        <a:p>
          <a:endParaRPr lang="en-US"/>
        </a:p>
      </dgm:t>
    </dgm:pt>
    <dgm:pt modelId="{6A65BB97-CCDD-4B4A-BAF5-F385E769C6A3}" type="sibTrans" cxnId="{44D7C422-6E73-40A6-9D6F-96F1F222C88A}">
      <dgm:prSet phldrT="4"/>
      <dgm:spPr/>
      <dgm:t>
        <a:bodyPr/>
        <a:lstStyle/>
        <a:p>
          <a:endParaRPr lang="en-US"/>
        </a:p>
      </dgm:t>
    </dgm:pt>
    <dgm:pt modelId="{F3E6FEC0-1723-4EF9-A6C4-39E1D2BD4238}">
      <dgm:prSet/>
      <dgm:spPr/>
      <dgm:t>
        <a:bodyPr/>
        <a:lstStyle/>
        <a:p>
          <a:r>
            <a:rPr lang="en-US" b="1" dirty="0"/>
            <a:t>Developmental Regression:</a:t>
          </a:r>
          <a:r>
            <a:rPr lang="en-US" dirty="0"/>
            <a:t> Loss of previously acquired skills, such as verbal skills. </a:t>
          </a:r>
        </a:p>
      </dgm:t>
    </dgm:pt>
    <dgm:pt modelId="{C3769921-F337-406B-8B47-8AFAD7B91831}" type="parTrans" cxnId="{EA611DAD-A740-44D0-8E9C-5217AE92AC2E}">
      <dgm:prSet/>
      <dgm:spPr/>
      <dgm:t>
        <a:bodyPr/>
        <a:lstStyle/>
        <a:p>
          <a:endParaRPr lang="en-US"/>
        </a:p>
      </dgm:t>
    </dgm:pt>
    <dgm:pt modelId="{67F1A025-923D-4BCA-9E72-6BA0487A5102}" type="sibTrans" cxnId="{EA611DAD-A740-44D0-8E9C-5217AE92AC2E}">
      <dgm:prSet phldrT="5"/>
      <dgm:spPr/>
      <dgm:t>
        <a:bodyPr/>
        <a:lstStyle/>
        <a:p>
          <a:endParaRPr lang="en-US"/>
        </a:p>
      </dgm:t>
    </dgm:pt>
    <dgm:pt modelId="{DEBEF31C-5460-42D0-8881-FB1CD6A41823}">
      <dgm:prSet/>
      <dgm:spPr/>
      <dgm:t>
        <a:bodyPr/>
        <a:lstStyle/>
        <a:p>
          <a:r>
            <a:rPr lang="en-US" b="1" dirty="0"/>
            <a:t>Somatic Complaints:</a:t>
          </a:r>
          <a:r>
            <a:rPr lang="en-US" dirty="0"/>
            <a:t> Frequent stomach aches or headaches with no physical cause.</a:t>
          </a:r>
        </a:p>
      </dgm:t>
    </dgm:pt>
    <dgm:pt modelId="{A341E30F-8AB8-4308-AD93-D38BFF180DFC}" type="parTrans" cxnId="{7FFDBC37-82C0-4004-90A2-9FB1B1DB4CAA}">
      <dgm:prSet/>
      <dgm:spPr/>
      <dgm:t>
        <a:bodyPr/>
        <a:lstStyle/>
        <a:p>
          <a:endParaRPr lang="en-US"/>
        </a:p>
      </dgm:t>
    </dgm:pt>
    <dgm:pt modelId="{AB6504AF-6E38-4B1D-ADBE-3B3228A69931}" type="sibTrans" cxnId="{7FFDBC37-82C0-4004-90A2-9FB1B1DB4CAA}">
      <dgm:prSet phldrT="6"/>
      <dgm:spPr/>
      <dgm:t>
        <a:bodyPr/>
        <a:lstStyle/>
        <a:p>
          <a:endParaRPr lang="en-US"/>
        </a:p>
      </dgm:t>
    </dgm:pt>
    <dgm:pt modelId="{375B0B25-715D-464C-998B-AB286AFFFECC}" type="pres">
      <dgm:prSet presAssocID="{AFE96FFA-4BBB-4C7B-9D4E-06D0D019CE1B}" presName="diagram" presStyleCnt="0">
        <dgm:presLayoutVars>
          <dgm:dir/>
          <dgm:resizeHandles val="exact"/>
        </dgm:presLayoutVars>
      </dgm:prSet>
      <dgm:spPr/>
    </dgm:pt>
    <dgm:pt modelId="{1AD6A4D9-D103-4B78-A729-4E4CDB3345E1}" type="pres">
      <dgm:prSet presAssocID="{FA8351D6-7903-43EE-B3A6-B90E280DE7B9}" presName="node" presStyleLbl="node1" presStyleIdx="0" presStyleCnt="6">
        <dgm:presLayoutVars>
          <dgm:bulletEnabled val="1"/>
        </dgm:presLayoutVars>
      </dgm:prSet>
      <dgm:spPr/>
    </dgm:pt>
    <dgm:pt modelId="{FC536068-29DF-466D-B637-81A9A19D5F48}" type="pres">
      <dgm:prSet presAssocID="{F416FE46-B265-4BBE-8822-BE50DF2AFAD4}" presName="sibTrans" presStyleCnt="0"/>
      <dgm:spPr/>
    </dgm:pt>
    <dgm:pt modelId="{463F0930-B04A-40B0-A723-DD39C4003DFF}" type="pres">
      <dgm:prSet presAssocID="{3916322F-E817-4207-B641-3E88D429A98C}" presName="node" presStyleLbl="node1" presStyleIdx="1" presStyleCnt="6">
        <dgm:presLayoutVars>
          <dgm:bulletEnabled val="1"/>
        </dgm:presLayoutVars>
      </dgm:prSet>
      <dgm:spPr/>
    </dgm:pt>
    <dgm:pt modelId="{AB8BE0E0-C750-4D24-8DBC-7F5CED7CF6F3}" type="pres">
      <dgm:prSet presAssocID="{057C03AB-5B56-49B0-B5A3-9B9325296855}" presName="sibTrans" presStyleCnt="0"/>
      <dgm:spPr/>
    </dgm:pt>
    <dgm:pt modelId="{6D2E5038-94ED-4445-85D7-FDCD85A2507D}" type="pres">
      <dgm:prSet presAssocID="{BC250974-235A-4671-8370-45E8BEEAA6B0}" presName="node" presStyleLbl="node1" presStyleIdx="2" presStyleCnt="6">
        <dgm:presLayoutVars>
          <dgm:bulletEnabled val="1"/>
        </dgm:presLayoutVars>
      </dgm:prSet>
      <dgm:spPr/>
    </dgm:pt>
    <dgm:pt modelId="{DE552AA8-B2F9-4283-8F82-DE8CE410FC80}" type="pres">
      <dgm:prSet presAssocID="{80FF87C5-BA9F-46DF-8D53-46AE376B4E79}" presName="sibTrans" presStyleCnt="0"/>
      <dgm:spPr/>
    </dgm:pt>
    <dgm:pt modelId="{F8D28724-41F9-45F0-BC75-D9F843B87DE1}" type="pres">
      <dgm:prSet presAssocID="{A3EBB1BD-0975-4914-8339-518A38EADE25}" presName="node" presStyleLbl="node1" presStyleIdx="3" presStyleCnt="6">
        <dgm:presLayoutVars>
          <dgm:bulletEnabled val="1"/>
        </dgm:presLayoutVars>
      </dgm:prSet>
      <dgm:spPr/>
    </dgm:pt>
    <dgm:pt modelId="{2D7663DE-779D-4D83-B44F-23DAD5AF021E}" type="pres">
      <dgm:prSet presAssocID="{6A65BB97-CCDD-4B4A-BAF5-F385E769C6A3}" presName="sibTrans" presStyleCnt="0"/>
      <dgm:spPr/>
    </dgm:pt>
    <dgm:pt modelId="{105F1DAD-8462-43A2-ACD7-B8EEE3CDEB6C}" type="pres">
      <dgm:prSet presAssocID="{F3E6FEC0-1723-4EF9-A6C4-39E1D2BD4238}" presName="node" presStyleLbl="node1" presStyleIdx="4" presStyleCnt="6">
        <dgm:presLayoutVars>
          <dgm:bulletEnabled val="1"/>
        </dgm:presLayoutVars>
      </dgm:prSet>
      <dgm:spPr/>
    </dgm:pt>
    <dgm:pt modelId="{D196DE88-AB23-4AEA-B464-860F8F49306F}" type="pres">
      <dgm:prSet presAssocID="{67F1A025-923D-4BCA-9E72-6BA0487A5102}" presName="sibTrans" presStyleCnt="0"/>
      <dgm:spPr/>
    </dgm:pt>
    <dgm:pt modelId="{0FBE07C0-4E0E-4F9F-B4F2-2D8E09A359E7}" type="pres">
      <dgm:prSet presAssocID="{DEBEF31C-5460-42D0-8881-FB1CD6A41823}" presName="node" presStyleLbl="node1" presStyleIdx="5" presStyleCnt="6">
        <dgm:presLayoutVars>
          <dgm:bulletEnabled val="1"/>
        </dgm:presLayoutVars>
      </dgm:prSet>
      <dgm:spPr/>
    </dgm:pt>
  </dgm:ptLst>
  <dgm:cxnLst>
    <dgm:cxn modelId="{FCBE2D0B-1497-4B32-8BE0-ACC25033B69C}" type="presOf" srcId="{F3E6FEC0-1723-4EF9-A6C4-39E1D2BD4238}" destId="{105F1DAD-8462-43A2-ACD7-B8EEE3CDEB6C}" srcOrd="0" destOrd="0" presId="urn:microsoft.com/office/officeart/2005/8/layout/default"/>
    <dgm:cxn modelId="{881B860B-387C-4631-ABD1-489D1D075456}" type="presOf" srcId="{FA8351D6-7903-43EE-B3A6-B90E280DE7B9}" destId="{1AD6A4D9-D103-4B78-A729-4E4CDB3345E1}" srcOrd="0" destOrd="0" presId="urn:microsoft.com/office/officeart/2005/8/layout/default"/>
    <dgm:cxn modelId="{44D7C422-6E73-40A6-9D6F-96F1F222C88A}" srcId="{AFE96FFA-4BBB-4C7B-9D4E-06D0D019CE1B}" destId="{A3EBB1BD-0975-4914-8339-518A38EADE25}" srcOrd="3" destOrd="0" parTransId="{620C18E4-78BC-45F8-A8D0-E55E2CD01260}" sibTransId="{6A65BB97-CCDD-4B4A-BAF5-F385E769C6A3}"/>
    <dgm:cxn modelId="{4FB39026-64BC-4379-9464-CE5BD0811144}" srcId="{AFE96FFA-4BBB-4C7B-9D4E-06D0D019CE1B}" destId="{3916322F-E817-4207-B641-3E88D429A98C}" srcOrd="1" destOrd="0" parTransId="{C5C01AD6-5E7D-461B-B318-924C15531BAB}" sibTransId="{057C03AB-5B56-49B0-B5A3-9B9325296855}"/>
    <dgm:cxn modelId="{D165902D-E1E9-48C5-9ACC-F35CFF77AF2A}" srcId="{AFE96FFA-4BBB-4C7B-9D4E-06D0D019CE1B}" destId="{BC250974-235A-4671-8370-45E8BEEAA6B0}" srcOrd="2" destOrd="0" parTransId="{00C210BD-7974-4EE2-B377-88EB9F3BCF09}" sibTransId="{80FF87C5-BA9F-46DF-8D53-46AE376B4E79}"/>
    <dgm:cxn modelId="{D3D3C92F-6F63-48A1-8C2E-7FDB6693BE6A}" type="presOf" srcId="{AFE96FFA-4BBB-4C7B-9D4E-06D0D019CE1B}" destId="{375B0B25-715D-464C-998B-AB286AFFFECC}" srcOrd="0" destOrd="0" presId="urn:microsoft.com/office/officeart/2005/8/layout/default"/>
    <dgm:cxn modelId="{7FFDBC37-82C0-4004-90A2-9FB1B1DB4CAA}" srcId="{AFE96FFA-4BBB-4C7B-9D4E-06D0D019CE1B}" destId="{DEBEF31C-5460-42D0-8881-FB1CD6A41823}" srcOrd="5" destOrd="0" parTransId="{A341E30F-8AB8-4308-AD93-D38BFF180DFC}" sibTransId="{AB6504AF-6E38-4B1D-ADBE-3B3228A69931}"/>
    <dgm:cxn modelId="{8969D952-E1B2-4D33-9DD6-2E0E54965136}" type="presOf" srcId="{BC250974-235A-4671-8370-45E8BEEAA6B0}" destId="{6D2E5038-94ED-4445-85D7-FDCD85A2507D}" srcOrd="0" destOrd="0" presId="urn:microsoft.com/office/officeart/2005/8/layout/default"/>
    <dgm:cxn modelId="{03527D83-F4EC-4172-8648-4ADC00DAA6AB}" srcId="{AFE96FFA-4BBB-4C7B-9D4E-06D0D019CE1B}" destId="{FA8351D6-7903-43EE-B3A6-B90E280DE7B9}" srcOrd="0" destOrd="0" parTransId="{90EAA368-0AB4-4BAF-BDAF-1F13314462C4}" sibTransId="{F416FE46-B265-4BBE-8822-BE50DF2AFAD4}"/>
    <dgm:cxn modelId="{EA611DAD-A740-44D0-8E9C-5217AE92AC2E}" srcId="{AFE96FFA-4BBB-4C7B-9D4E-06D0D019CE1B}" destId="{F3E6FEC0-1723-4EF9-A6C4-39E1D2BD4238}" srcOrd="4" destOrd="0" parTransId="{C3769921-F337-406B-8B47-8AFAD7B91831}" sibTransId="{67F1A025-923D-4BCA-9E72-6BA0487A5102}"/>
    <dgm:cxn modelId="{834B22BB-E945-4A5F-BE06-D054F8806A3A}" type="presOf" srcId="{DEBEF31C-5460-42D0-8881-FB1CD6A41823}" destId="{0FBE07C0-4E0E-4F9F-B4F2-2D8E09A359E7}" srcOrd="0" destOrd="0" presId="urn:microsoft.com/office/officeart/2005/8/layout/default"/>
    <dgm:cxn modelId="{4F3B16CC-FBD2-48F0-BBC5-74331D1605D6}" type="presOf" srcId="{3916322F-E817-4207-B641-3E88D429A98C}" destId="{463F0930-B04A-40B0-A723-DD39C4003DFF}" srcOrd="0" destOrd="0" presId="urn:microsoft.com/office/officeart/2005/8/layout/default"/>
    <dgm:cxn modelId="{14BF70CC-00E8-48B3-ABFA-8DDE992CA1D6}" type="presOf" srcId="{A3EBB1BD-0975-4914-8339-518A38EADE25}" destId="{F8D28724-41F9-45F0-BC75-D9F843B87DE1}" srcOrd="0" destOrd="0" presId="urn:microsoft.com/office/officeart/2005/8/layout/default"/>
    <dgm:cxn modelId="{5D8FD858-6E2E-4F7F-BF2F-5BE36B77F9E5}" type="presParOf" srcId="{375B0B25-715D-464C-998B-AB286AFFFECC}" destId="{1AD6A4D9-D103-4B78-A729-4E4CDB3345E1}" srcOrd="0" destOrd="0" presId="urn:microsoft.com/office/officeart/2005/8/layout/default"/>
    <dgm:cxn modelId="{E2A27414-923F-4660-B1A4-66A22FFAE151}" type="presParOf" srcId="{375B0B25-715D-464C-998B-AB286AFFFECC}" destId="{FC536068-29DF-466D-B637-81A9A19D5F48}" srcOrd="1" destOrd="0" presId="urn:microsoft.com/office/officeart/2005/8/layout/default"/>
    <dgm:cxn modelId="{CDDE4CD8-252B-4158-A95C-4B7679194173}" type="presParOf" srcId="{375B0B25-715D-464C-998B-AB286AFFFECC}" destId="{463F0930-B04A-40B0-A723-DD39C4003DFF}" srcOrd="2" destOrd="0" presId="urn:microsoft.com/office/officeart/2005/8/layout/default"/>
    <dgm:cxn modelId="{94B082F4-9762-41AA-ADFB-A173BE60CB47}" type="presParOf" srcId="{375B0B25-715D-464C-998B-AB286AFFFECC}" destId="{AB8BE0E0-C750-4D24-8DBC-7F5CED7CF6F3}" srcOrd="3" destOrd="0" presId="urn:microsoft.com/office/officeart/2005/8/layout/default"/>
    <dgm:cxn modelId="{C2DAAF3F-0E12-4989-B71B-8B1996C66EEE}" type="presParOf" srcId="{375B0B25-715D-464C-998B-AB286AFFFECC}" destId="{6D2E5038-94ED-4445-85D7-FDCD85A2507D}" srcOrd="4" destOrd="0" presId="urn:microsoft.com/office/officeart/2005/8/layout/default"/>
    <dgm:cxn modelId="{2000AD47-DD22-44E1-901B-7CED5425FD6A}" type="presParOf" srcId="{375B0B25-715D-464C-998B-AB286AFFFECC}" destId="{DE552AA8-B2F9-4283-8F82-DE8CE410FC80}" srcOrd="5" destOrd="0" presId="urn:microsoft.com/office/officeart/2005/8/layout/default"/>
    <dgm:cxn modelId="{52A85A94-528F-429C-803F-5E24521CAC97}" type="presParOf" srcId="{375B0B25-715D-464C-998B-AB286AFFFECC}" destId="{F8D28724-41F9-45F0-BC75-D9F843B87DE1}" srcOrd="6" destOrd="0" presId="urn:microsoft.com/office/officeart/2005/8/layout/default"/>
    <dgm:cxn modelId="{86EA78CD-A833-4965-A04A-C6E5EA154439}" type="presParOf" srcId="{375B0B25-715D-464C-998B-AB286AFFFECC}" destId="{2D7663DE-779D-4D83-B44F-23DAD5AF021E}" srcOrd="7" destOrd="0" presId="urn:microsoft.com/office/officeart/2005/8/layout/default"/>
    <dgm:cxn modelId="{B78D66E3-F4F0-414C-9346-9FAB4627E104}" type="presParOf" srcId="{375B0B25-715D-464C-998B-AB286AFFFECC}" destId="{105F1DAD-8462-43A2-ACD7-B8EEE3CDEB6C}" srcOrd="8" destOrd="0" presId="urn:microsoft.com/office/officeart/2005/8/layout/default"/>
    <dgm:cxn modelId="{0BBF9E1E-9CBB-4E5C-B81D-335F448B901D}" type="presParOf" srcId="{375B0B25-715D-464C-998B-AB286AFFFECC}" destId="{D196DE88-AB23-4AEA-B464-860F8F49306F}" srcOrd="9" destOrd="0" presId="urn:microsoft.com/office/officeart/2005/8/layout/default"/>
    <dgm:cxn modelId="{1122ECE3-40C0-44F4-B3B7-8D5BAB0D85C0}" type="presParOf" srcId="{375B0B25-715D-464C-998B-AB286AFFFECC}" destId="{0FBE07C0-4E0E-4F9F-B4F2-2D8E09A359E7}" srcOrd="10" destOrd="0" presId="urn:microsoft.com/office/officeart/2005/8/layout/defaul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FC59C259-4B11-4EF1-ADD1-A24F84E61066}" type="doc">
      <dgm:prSet loTypeId="urn:microsoft.com/office/officeart/2008/layout/LinedList" loCatId="list" qsTypeId="urn:microsoft.com/office/officeart/2005/8/quickstyle/simple1" qsCatId="simple" csTypeId="urn:microsoft.com/office/officeart/2005/8/colors/accent0_3" csCatId="mainScheme"/>
      <dgm:spPr/>
      <dgm:t>
        <a:bodyPr/>
        <a:lstStyle/>
        <a:p>
          <a:endParaRPr lang="en-US"/>
        </a:p>
      </dgm:t>
    </dgm:pt>
    <dgm:pt modelId="{AE13D692-038A-45C7-A5DB-137151FBD231}">
      <dgm:prSet/>
      <dgm:spPr/>
      <dgm:t>
        <a:bodyPr/>
        <a:lstStyle/>
        <a:p>
          <a:r>
            <a:rPr lang="en-US" b="1" dirty="0"/>
            <a:t>Distorted Beliefs:</a:t>
          </a:r>
          <a:r>
            <a:rPr lang="en-US" dirty="0"/>
            <a:t> Development of persistent, distorted negative beliefs about oneself or the world (e.g., "I am bad" or "The world is dangerous").</a:t>
          </a:r>
        </a:p>
      </dgm:t>
    </dgm:pt>
    <dgm:pt modelId="{17809607-14D6-45BB-9678-3C3AD51DB64C}" type="parTrans" cxnId="{6C1B3A08-1AFF-4546-A853-E9C39DDBD04B}">
      <dgm:prSet/>
      <dgm:spPr/>
      <dgm:t>
        <a:bodyPr/>
        <a:lstStyle/>
        <a:p>
          <a:endParaRPr lang="en-US"/>
        </a:p>
      </dgm:t>
    </dgm:pt>
    <dgm:pt modelId="{97D38E95-DB28-4683-B64A-C81DF251135F}" type="sibTrans" cxnId="{6C1B3A08-1AFF-4546-A853-E9C39DDBD04B}">
      <dgm:prSet/>
      <dgm:spPr/>
      <dgm:t>
        <a:bodyPr/>
        <a:lstStyle/>
        <a:p>
          <a:endParaRPr lang="en-US"/>
        </a:p>
      </dgm:t>
    </dgm:pt>
    <dgm:pt modelId="{B5D8ED85-FA1D-4932-8387-4BAF5377FDA9}">
      <dgm:prSet/>
      <dgm:spPr/>
      <dgm:t>
        <a:bodyPr/>
        <a:lstStyle/>
        <a:p>
          <a:r>
            <a:rPr lang="en-US" b="1" dirty="0"/>
            <a:t>Impaired Mentalizing:</a:t>
          </a:r>
          <a:r>
            <a:rPr lang="en-US" dirty="0"/>
            <a:t> Difficulty interpreting social cues or making inferences about the internal states of others.</a:t>
          </a:r>
        </a:p>
      </dgm:t>
    </dgm:pt>
    <dgm:pt modelId="{0076E366-82FB-47E9-8378-450918E8B4A2}" type="parTrans" cxnId="{F17CDC41-28F6-4F7B-96F9-36C3ED41EB1C}">
      <dgm:prSet/>
      <dgm:spPr/>
      <dgm:t>
        <a:bodyPr/>
        <a:lstStyle/>
        <a:p>
          <a:endParaRPr lang="en-US"/>
        </a:p>
      </dgm:t>
    </dgm:pt>
    <dgm:pt modelId="{C831BB82-167E-4887-ABF5-6EAE53493462}" type="sibTrans" cxnId="{F17CDC41-28F6-4F7B-96F9-36C3ED41EB1C}">
      <dgm:prSet/>
      <dgm:spPr/>
      <dgm:t>
        <a:bodyPr/>
        <a:lstStyle/>
        <a:p>
          <a:endParaRPr lang="en-US"/>
        </a:p>
      </dgm:t>
    </dgm:pt>
    <dgm:pt modelId="{8360A3CC-39AC-49EF-BF93-DF196E674EF7}">
      <dgm:prSet/>
      <dgm:spPr/>
      <dgm:t>
        <a:bodyPr/>
        <a:lstStyle/>
        <a:p>
          <a:r>
            <a:rPr lang="en-US" b="1" dirty="0"/>
            <a:t>Hypervigilance:</a:t>
          </a:r>
          <a:r>
            <a:rPr lang="en-US" dirty="0"/>
            <a:t> Constantly looking for threats, leading to misinterpretation of ambiguous social interactions as aggressive. </a:t>
          </a:r>
        </a:p>
      </dgm:t>
    </dgm:pt>
    <dgm:pt modelId="{336D499C-ECD5-4476-85C8-0224FE1319C4}" type="parTrans" cxnId="{5C976E5C-9250-4B74-AE7C-F2594EEADB28}">
      <dgm:prSet/>
      <dgm:spPr/>
      <dgm:t>
        <a:bodyPr/>
        <a:lstStyle/>
        <a:p>
          <a:endParaRPr lang="en-US"/>
        </a:p>
      </dgm:t>
    </dgm:pt>
    <dgm:pt modelId="{592EA991-910F-4F14-BCA5-003E85495EEB}" type="sibTrans" cxnId="{5C976E5C-9250-4B74-AE7C-F2594EEADB28}">
      <dgm:prSet/>
      <dgm:spPr/>
      <dgm:t>
        <a:bodyPr/>
        <a:lstStyle/>
        <a:p>
          <a:endParaRPr lang="en-US"/>
        </a:p>
      </dgm:t>
    </dgm:pt>
    <dgm:pt modelId="{35E70BFC-6041-4815-8EBB-60595D1E5833}" type="pres">
      <dgm:prSet presAssocID="{FC59C259-4B11-4EF1-ADD1-A24F84E61066}" presName="vert0" presStyleCnt="0">
        <dgm:presLayoutVars>
          <dgm:dir/>
          <dgm:animOne val="branch"/>
          <dgm:animLvl val="lvl"/>
        </dgm:presLayoutVars>
      </dgm:prSet>
      <dgm:spPr/>
    </dgm:pt>
    <dgm:pt modelId="{8EF4CD0A-3D7C-4366-B5DE-7B64E9D28DDA}" type="pres">
      <dgm:prSet presAssocID="{AE13D692-038A-45C7-A5DB-137151FBD231}" presName="thickLine" presStyleLbl="alignNode1" presStyleIdx="0" presStyleCnt="3"/>
      <dgm:spPr/>
    </dgm:pt>
    <dgm:pt modelId="{63E33F8F-BF96-488A-B054-890C055057FB}" type="pres">
      <dgm:prSet presAssocID="{AE13D692-038A-45C7-A5DB-137151FBD231}" presName="horz1" presStyleCnt="0"/>
      <dgm:spPr/>
    </dgm:pt>
    <dgm:pt modelId="{E801E121-3C44-4E32-AB91-2CEE3EC40A39}" type="pres">
      <dgm:prSet presAssocID="{AE13D692-038A-45C7-A5DB-137151FBD231}" presName="tx1" presStyleLbl="revTx" presStyleIdx="0" presStyleCnt="3"/>
      <dgm:spPr/>
    </dgm:pt>
    <dgm:pt modelId="{5D62111F-152A-4CA9-897F-1623AFF67F0D}" type="pres">
      <dgm:prSet presAssocID="{AE13D692-038A-45C7-A5DB-137151FBD231}" presName="vert1" presStyleCnt="0"/>
      <dgm:spPr/>
    </dgm:pt>
    <dgm:pt modelId="{050D4200-08A5-40DC-A600-C67FF51D4A2D}" type="pres">
      <dgm:prSet presAssocID="{B5D8ED85-FA1D-4932-8387-4BAF5377FDA9}" presName="thickLine" presStyleLbl="alignNode1" presStyleIdx="1" presStyleCnt="3"/>
      <dgm:spPr/>
    </dgm:pt>
    <dgm:pt modelId="{8865C320-50D2-4668-81C0-CF7E43661576}" type="pres">
      <dgm:prSet presAssocID="{B5D8ED85-FA1D-4932-8387-4BAF5377FDA9}" presName="horz1" presStyleCnt="0"/>
      <dgm:spPr/>
    </dgm:pt>
    <dgm:pt modelId="{0DDB76F7-AE9E-400C-A092-EFFA3E4FA726}" type="pres">
      <dgm:prSet presAssocID="{B5D8ED85-FA1D-4932-8387-4BAF5377FDA9}" presName="tx1" presStyleLbl="revTx" presStyleIdx="1" presStyleCnt="3"/>
      <dgm:spPr/>
    </dgm:pt>
    <dgm:pt modelId="{2FD27A3A-6E8D-4A6F-B9F9-93948303D2A0}" type="pres">
      <dgm:prSet presAssocID="{B5D8ED85-FA1D-4932-8387-4BAF5377FDA9}" presName="vert1" presStyleCnt="0"/>
      <dgm:spPr/>
    </dgm:pt>
    <dgm:pt modelId="{72C724D7-1C8F-4F60-9CD0-EFB79CBD323B}" type="pres">
      <dgm:prSet presAssocID="{8360A3CC-39AC-49EF-BF93-DF196E674EF7}" presName="thickLine" presStyleLbl="alignNode1" presStyleIdx="2" presStyleCnt="3"/>
      <dgm:spPr/>
    </dgm:pt>
    <dgm:pt modelId="{EB23ACE4-950E-4A5D-8606-7D51E1289C81}" type="pres">
      <dgm:prSet presAssocID="{8360A3CC-39AC-49EF-BF93-DF196E674EF7}" presName="horz1" presStyleCnt="0"/>
      <dgm:spPr/>
    </dgm:pt>
    <dgm:pt modelId="{469FE41D-A8C1-48D0-8122-15A1B1D5637F}" type="pres">
      <dgm:prSet presAssocID="{8360A3CC-39AC-49EF-BF93-DF196E674EF7}" presName="tx1" presStyleLbl="revTx" presStyleIdx="2" presStyleCnt="3"/>
      <dgm:spPr/>
    </dgm:pt>
    <dgm:pt modelId="{C72A8AD8-2735-46E2-B7E9-8C4CFC881736}" type="pres">
      <dgm:prSet presAssocID="{8360A3CC-39AC-49EF-BF93-DF196E674EF7}" presName="vert1" presStyleCnt="0"/>
      <dgm:spPr/>
    </dgm:pt>
  </dgm:ptLst>
  <dgm:cxnLst>
    <dgm:cxn modelId="{0220E404-679F-4A0F-8BFD-D7E79F38AF1A}" type="presOf" srcId="{B5D8ED85-FA1D-4932-8387-4BAF5377FDA9}" destId="{0DDB76F7-AE9E-400C-A092-EFFA3E4FA726}" srcOrd="0" destOrd="0" presId="urn:microsoft.com/office/officeart/2008/layout/LinedList"/>
    <dgm:cxn modelId="{6C1B3A08-1AFF-4546-A853-E9C39DDBD04B}" srcId="{FC59C259-4B11-4EF1-ADD1-A24F84E61066}" destId="{AE13D692-038A-45C7-A5DB-137151FBD231}" srcOrd="0" destOrd="0" parTransId="{17809607-14D6-45BB-9678-3C3AD51DB64C}" sibTransId="{97D38E95-DB28-4683-B64A-C81DF251135F}"/>
    <dgm:cxn modelId="{69CF6521-0E81-43E0-A611-4769C63788B8}" type="presOf" srcId="{AE13D692-038A-45C7-A5DB-137151FBD231}" destId="{E801E121-3C44-4E32-AB91-2CEE3EC40A39}" srcOrd="0" destOrd="0" presId="urn:microsoft.com/office/officeart/2008/layout/LinedList"/>
    <dgm:cxn modelId="{5C976E5C-9250-4B74-AE7C-F2594EEADB28}" srcId="{FC59C259-4B11-4EF1-ADD1-A24F84E61066}" destId="{8360A3CC-39AC-49EF-BF93-DF196E674EF7}" srcOrd="2" destOrd="0" parTransId="{336D499C-ECD5-4476-85C8-0224FE1319C4}" sibTransId="{592EA991-910F-4F14-BCA5-003E85495EEB}"/>
    <dgm:cxn modelId="{F17CDC41-28F6-4F7B-96F9-36C3ED41EB1C}" srcId="{FC59C259-4B11-4EF1-ADD1-A24F84E61066}" destId="{B5D8ED85-FA1D-4932-8387-4BAF5377FDA9}" srcOrd="1" destOrd="0" parTransId="{0076E366-82FB-47E9-8378-450918E8B4A2}" sibTransId="{C831BB82-167E-4887-ABF5-6EAE53493462}"/>
    <dgm:cxn modelId="{9C92E855-7BE4-49B6-ADE8-1C089AB0C15E}" type="presOf" srcId="{FC59C259-4B11-4EF1-ADD1-A24F84E61066}" destId="{35E70BFC-6041-4815-8EBB-60595D1E5833}" srcOrd="0" destOrd="0" presId="urn:microsoft.com/office/officeart/2008/layout/LinedList"/>
    <dgm:cxn modelId="{787F21E7-62B5-4C34-BCFD-E3B6C71F96AA}" type="presOf" srcId="{8360A3CC-39AC-49EF-BF93-DF196E674EF7}" destId="{469FE41D-A8C1-48D0-8122-15A1B1D5637F}" srcOrd="0" destOrd="0" presId="urn:microsoft.com/office/officeart/2008/layout/LinedList"/>
    <dgm:cxn modelId="{0AE39121-FC89-46FE-85E0-2DAE1492CDDB}" type="presParOf" srcId="{35E70BFC-6041-4815-8EBB-60595D1E5833}" destId="{8EF4CD0A-3D7C-4366-B5DE-7B64E9D28DDA}" srcOrd="0" destOrd="0" presId="urn:microsoft.com/office/officeart/2008/layout/LinedList"/>
    <dgm:cxn modelId="{88C6ACF8-F9B2-44F3-9489-9ED2E7BEEDF6}" type="presParOf" srcId="{35E70BFC-6041-4815-8EBB-60595D1E5833}" destId="{63E33F8F-BF96-488A-B054-890C055057FB}" srcOrd="1" destOrd="0" presId="urn:microsoft.com/office/officeart/2008/layout/LinedList"/>
    <dgm:cxn modelId="{0D5188B6-A6D6-4D48-8D4D-7319D7BF3A80}" type="presParOf" srcId="{63E33F8F-BF96-488A-B054-890C055057FB}" destId="{E801E121-3C44-4E32-AB91-2CEE3EC40A39}" srcOrd="0" destOrd="0" presId="urn:microsoft.com/office/officeart/2008/layout/LinedList"/>
    <dgm:cxn modelId="{E428A092-185E-4056-AB4A-DD02E1187966}" type="presParOf" srcId="{63E33F8F-BF96-488A-B054-890C055057FB}" destId="{5D62111F-152A-4CA9-897F-1623AFF67F0D}" srcOrd="1" destOrd="0" presId="urn:microsoft.com/office/officeart/2008/layout/LinedList"/>
    <dgm:cxn modelId="{CAB3B0F3-F8C3-4E3C-A696-FFCF05057FA6}" type="presParOf" srcId="{35E70BFC-6041-4815-8EBB-60595D1E5833}" destId="{050D4200-08A5-40DC-A600-C67FF51D4A2D}" srcOrd="2" destOrd="0" presId="urn:microsoft.com/office/officeart/2008/layout/LinedList"/>
    <dgm:cxn modelId="{CCD86E50-DBD4-4CA6-B990-89985FA59A07}" type="presParOf" srcId="{35E70BFC-6041-4815-8EBB-60595D1E5833}" destId="{8865C320-50D2-4668-81C0-CF7E43661576}" srcOrd="3" destOrd="0" presId="urn:microsoft.com/office/officeart/2008/layout/LinedList"/>
    <dgm:cxn modelId="{2DE7EE6B-5E5E-4416-8D04-AA15A7ED6408}" type="presParOf" srcId="{8865C320-50D2-4668-81C0-CF7E43661576}" destId="{0DDB76F7-AE9E-400C-A092-EFFA3E4FA726}" srcOrd="0" destOrd="0" presId="urn:microsoft.com/office/officeart/2008/layout/LinedList"/>
    <dgm:cxn modelId="{6BD9434F-5F55-4421-8C02-1AAC77C67CF0}" type="presParOf" srcId="{8865C320-50D2-4668-81C0-CF7E43661576}" destId="{2FD27A3A-6E8D-4A6F-B9F9-93948303D2A0}" srcOrd="1" destOrd="0" presId="urn:microsoft.com/office/officeart/2008/layout/LinedList"/>
    <dgm:cxn modelId="{F92C88C1-0FC1-4508-9258-0581937FBC00}" type="presParOf" srcId="{35E70BFC-6041-4815-8EBB-60595D1E5833}" destId="{72C724D7-1C8F-4F60-9CD0-EFB79CBD323B}" srcOrd="4" destOrd="0" presId="urn:microsoft.com/office/officeart/2008/layout/LinedList"/>
    <dgm:cxn modelId="{A2289916-F2B1-4BF1-A760-7EBA18B8A103}" type="presParOf" srcId="{35E70BFC-6041-4815-8EBB-60595D1E5833}" destId="{EB23ACE4-950E-4A5D-8606-7D51E1289C81}" srcOrd="5" destOrd="0" presId="urn:microsoft.com/office/officeart/2008/layout/LinedList"/>
    <dgm:cxn modelId="{DA413CDD-D68C-4CB9-BC9A-B98633D3DAA0}" type="presParOf" srcId="{EB23ACE4-950E-4A5D-8606-7D51E1289C81}" destId="{469FE41D-A8C1-48D0-8122-15A1B1D5637F}" srcOrd="0" destOrd="0" presId="urn:microsoft.com/office/officeart/2008/layout/LinedList"/>
    <dgm:cxn modelId="{063CA848-5630-4579-9134-6CE492A0996F}" type="presParOf" srcId="{EB23ACE4-950E-4A5D-8606-7D51E1289C81}" destId="{C72A8AD8-2735-46E2-B7E9-8C4CFC881736}" srcOrd="1" destOrd="0" presId="urn:microsoft.com/office/officeart/2008/layout/Line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AF26EA6C-D376-4315-8BA3-BB7B735E542F}" type="doc">
      <dgm:prSet loTypeId="urn:microsoft.com/office/officeart/2008/layout/LinedList" loCatId="list" qsTypeId="urn:microsoft.com/office/officeart/2005/8/quickstyle/simple1" qsCatId="simple" csTypeId="urn:microsoft.com/office/officeart/2005/8/colors/accent3_2" csCatId="accent3" phldr="1"/>
      <dgm:spPr/>
      <dgm:t>
        <a:bodyPr/>
        <a:lstStyle/>
        <a:p>
          <a:endParaRPr lang="en-US"/>
        </a:p>
      </dgm:t>
    </dgm:pt>
    <dgm:pt modelId="{817E44AC-0791-4910-A063-6B655A3E2B52}">
      <dgm:prSet/>
      <dgm:spPr/>
      <dgm:t>
        <a:bodyPr/>
        <a:lstStyle/>
        <a:p>
          <a:r>
            <a:rPr lang="en-US" b="1" dirty="0"/>
            <a:t>Insecure/Disorganized Attachment:</a:t>
          </a:r>
          <a:r>
            <a:rPr lang="en-US" dirty="0"/>
            <a:t> Children with insecure attachment patterns show higher levels of anxiety and depression .</a:t>
          </a:r>
        </a:p>
      </dgm:t>
    </dgm:pt>
    <dgm:pt modelId="{DA47064E-22F4-4D42-9DD6-526228582ECB}" type="parTrans" cxnId="{329C7865-118B-4301-A41B-874588E83F90}">
      <dgm:prSet/>
      <dgm:spPr/>
      <dgm:t>
        <a:bodyPr/>
        <a:lstStyle/>
        <a:p>
          <a:endParaRPr lang="en-US"/>
        </a:p>
      </dgm:t>
    </dgm:pt>
    <dgm:pt modelId="{5105DEB0-CB92-4210-B047-EA98E58F965B}" type="sibTrans" cxnId="{329C7865-118B-4301-A41B-874588E83F90}">
      <dgm:prSet/>
      <dgm:spPr/>
      <dgm:t>
        <a:bodyPr/>
        <a:lstStyle/>
        <a:p>
          <a:endParaRPr lang="en-US"/>
        </a:p>
      </dgm:t>
    </dgm:pt>
    <dgm:pt modelId="{4F7E4728-EB90-42B1-BB2C-5087C79F9407}">
      <dgm:prSet/>
      <dgm:spPr/>
      <dgm:t>
        <a:bodyPr/>
        <a:lstStyle/>
        <a:p>
          <a:r>
            <a:rPr lang="en-US" b="1" dirty="0"/>
            <a:t>Parental PTSD: </a:t>
          </a:r>
          <a:r>
            <a:rPr lang="en-US" dirty="0"/>
            <a:t>A parent’s own PTSD symptoms can prevent them from responding sensitively to their child’s distress, hindering recovery.</a:t>
          </a:r>
        </a:p>
      </dgm:t>
    </dgm:pt>
    <dgm:pt modelId="{4FFCACFB-9779-4553-9EAE-D9DF91AA14FC}" type="parTrans" cxnId="{ECD72C9B-C58C-4242-9314-036703DE5592}">
      <dgm:prSet/>
      <dgm:spPr/>
      <dgm:t>
        <a:bodyPr/>
        <a:lstStyle/>
        <a:p>
          <a:endParaRPr lang="en-US"/>
        </a:p>
      </dgm:t>
    </dgm:pt>
    <dgm:pt modelId="{A7C53C58-EDED-4414-B31A-96D66A8A0F0B}" type="sibTrans" cxnId="{ECD72C9B-C58C-4242-9314-036703DE5592}">
      <dgm:prSet/>
      <dgm:spPr/>
      <dgm:t>
        <a:bodyPr/>
        <a:lstStyle/>
        <a:p>
          <a:endParaRPr lang="en-US"/>
        </a:p>
      </dgm:t>
    </dgm:pt>
    <dgm:pt modelId="{140ABB74-202B-434F-ABE9-F304602B7235}">
      <dgm:prSet/>
      <dgm:spPr/>
      <dgm:t>
        <a:bodyPr/>
        <a:lstStyle/>
        <a:p>
          <a:r>
            <a:rPr lang="en-US" b="1" dirty="0"/>
            <a:t>“Passing PTSD On”: </a:t>
          </a:r>
          <a:r>
            <a:rPr lang="en-US" b="0" dirty="0"/>
            <a:t>Children may learn maladapting behaviors from traumatized parents, </a:t>
          </a:r>
          <a:r>
            <a:rPr lang="en-US" b="0"/>
            <a:t>perpetuating the cycle.</a:t>
          </a:r>
          <a:endParaRPr lang="en-US" b="1" dirty="0"/>
        </a:p>
      </dgm:t>
    </dgm:pt>
    <dgm:pt modelId="{6A0733E8-AACB-4E6A-85B1-5085DB071578}" type="parTrans" cxnId="{1E7B77D4-11F9-4C16-A29F-D5A4C356C800}">
      <dgm:prSet/>
      <dgm:spPr/>
      <dgm:t>
        <a:bodyPr/>
        <a:lstStyle/>
        <a:p>
          <a:endParaRPr lang="en-US"/>
        </a:p>
      </dgm:t>
    </dgm:pt>
    <dgm:pt modelId="{06247554-A1EE-4B3F-8A05-ABB8015BBC11}" type="sibTrans" cxnId="{1E7B77D4-11F9-4C16-A29F-D5A4C356C800}">
      <dgm:prSet/>
      <dgm:spPr/>
      <dgm:t>
        <a:bodyPr/>
        <a:lstStyle/>
        <a:p>
          <a:endParaRPr lang="en-US"/>
        </a:p>
      </dgm:t>
    </dgm:pt>
    <dgm:pt modelId="{1100C102-D6AE-425F-B86C-6C1FDCD1A9FF}" type="pres">
      <dgm:prSet presAssocID="{AF26EA6C-D376-4315-8BA3-BB7B735E542F}" presName="vert0" presStyleCnt="0">
        <dgm:presLayoutVars>
          <dgm:dir/>
          <dgm:animOne val="branch"/>
          <dgm:animLvl val="lvl"/>
        </dgm:presLayoutVars>
      </dgm:prSet>
      <dgm:spPr/>
    </dgm:pt>
    <dgm:pt modelId="{B05C2C32-0F42-4720-A485-F61987984C19}" type="pres">
      <dgm:prSet presAssocID="{817E44AC-0791-4910-A063-6B655A3E2B52}" presName="thickLine" presStyleLbl="alignNode1" presStyleIdx="0" presStyleCnt="3"/>
      <dgm:spPr/>
    </dgm:pt>
    <dgm:pt modelId="{71A2C604-0949-4C5C-86BA-40A3279E4593}" type="pres">
      <dgm:prSet presAssocID="{817E44AC-0791-4910-A063-6B655A3E2B52}" presName="horz1" presStyleCnt="0"/>
      <dgm:spPr/>
    </dgm:pt>
    <dgm:pt modelId="{402C3631-C05D-4001-A786-5BF93C6D024B}" type="pres">
      <dgm:prSet presAssocID="{817E44AC-0791-4910-A063-6B655A3E2B52}" presName="tx1" presStyleLbl="revTx" presStyleIdx="0" presStyleCnt="3"/>
      <dgm:spPr/>
    </dgm:pt>
    <dgm:pt modelId="{9A596C2A-6EB1-4694-8D16-DA07B762EDE7}" type="pres">
      <dgm:prSet presAssocID="{817E44AC-0791-4910-A063-6B655A3E2B52}" presName="vert1" presStyleCnt="0"/>
      <dgm:spPr/>
    </dgm:pt>
    <dgm:pt modelId="{78FEF747-E70E-433F-AD66-B712ACEDBADC}" type="pres">
      <dgm:prSet presAssocID="{4F7E4728-EB90-42B1-BB2C-5087C79F9407}" presName="thickLine" presStyleLbl="alignNode1" presStyleIdx="1" presStyleCnt="3"/>
      <dgm:spPr/>
    </dgm:pt>
    <dgm:pt modelId="{6C1C95D4-969E-4164-8108-4A2F0735F9BA}" type="pres">
      <dgm:prSet presAssocID="{4F7E4728-EB90-42B1-BB2C-5087C79F9407}" presName="horz1" presStyleCnt="0"/>
      <dgm:spPr/>
    </dgm:pt>
    <dgm:pt modelId="{A41FF18C-D5D6-4BDF-859C-183AAFA5E78C}" type="pres">
      <dgm:prSet presAssocID="{4F7E4728-EB90-42B1-BB2C-5087C79F9407}" presName="tx1" presStyleLbl="revTx" presStyleIdx="1" presStyleCnt="3"/>
      <dgm:spPr/>
    </dgm:pt>
    <dgm:pt modelId="{5FE08E54-BA49-4E77-BC68-9BA82E760D84}" type="pres">
      <dgm:prSet presAssocID="{4F7E4728-EB90-42B1-BB2C-5087C79F9407}" presName="vert1" presStyleCnt="0"/>
      <dgm:spPr/>
    </dgm:pt>
    <dgm:pt modelId="{423A7EF9-3A4F-4277-B3B7-3F614B9CADD3}" type="pres">
      <dgm:prSet presAssocID="{140ABB74-202B-434F-ABE9-F304602B7235}" presName="thickLine" presStyleLbl="alignNode1" presStyleIdx="2" presStyleCnt="3"/>
      <dgm:spPr/>
    </dgm:pt>
    <dgm:pt modelId="{5C82C458-CCBE-415C-9BD4-343A125A1E01}" type="pres">
      <dgm:prSet presAssocID="{140ABB74-202B-434F-ABE9-F304602B7235}" presName="horz1" presStyleCnt="0"/>
      <dgm:spPr/>
    </dgm:pt>
    <dgm:pt modelId="{F02FCC8B-9A8B-45D2-8661-1375ED56B8B6}" type="pres">
      <dgm:prSet presAssocID="{140ABB74-202B-434F-ABE9-F304602B7235}" presName="tx1" presStyleLbl="revTx" presStyleIdx="2" presStyleCnt="3"/>
      <dgm:spPr/>
    </dgm:pt>
    <dgm:pt modelId="{CFE76E82-82AC-45BE-A2C3-572235A0C7C4}" type="pres">
      <dgm:prSet presAssocID="{140ABB74-202B-434F-ABE9-F304602B7235}" presName="vert1" presStyleCnt="0"/>
      <dgm:spPr/>
    </dgm:pt>
  </dgm:ptLst>
  <dgm:cxnLst>
    <dgm:cxn modelId="{6C71F816-F3D0-4ED9-82C4-482AC0C21F7B}" type="presOf" srcId="{4F7E4728-EB90-42B1-BB2C-5087C79F9407}" destId="{A41FF18C-D5D6-4BDF-859C-183AAFA5E78C}" srcOrd="0" destOrd="0" presId="urn:microsoft.com/office/officeart/2008/layout/LinedList"/>
    <dgm:cxn modelId="{2A7F6B18-D27A-465E-8C3C-DB0CB4414747}" type="presOf" srcId="{817E44AC-0791-4910-A063-6B655A3E2B52}" destId="{402C3631-C05D-4001-A786-5BF93C6D024B}" srcOrd="0" destOrd="0" presId="urn:microsoft.com/office/officeart/2008/layout/LinedList"/>
    <dgm:cxn modelId="{329C7865-118B-4301-A41B-874588E83F90}" srcId="{AF26EA6C-D376-4315-8BA3-BB7B735E542F}" destId="{817E44AC-0791-4910-A063-6B655A3E2B52}" srcOrd="0" destOrd="0" parTransId="{DA47064E-22F4-4D42-9DD6-526228582ECB}" sibTransId="{5105DEB0-CB92-4210-B047-EA98E58F965B}"/>
    <dgm:cxn modelId="{1FE3BE92-A303-430C-A9EC-5AED8BDB8EE7}" type="presOf" srcId="{140ABB74-202B-434F-ABE9-F304602B7235}" destId="{F02FCC8B-9A8B-45D2-8661-1375ED56B8B6}" srcOrd="0" destOrd="0" presId="urn:microsoft.com/office/officeart/2008/layout/LinedList"/>
    <dgm:cxn modelId="{ECD72C9B-C58C-4242-9314-036703DE5592}" srcId="{AF26EA6C-D376-4315-8BA3-BB7B735E542F}" destId="{4F7E4728-EB90-42B1-BB2C-5087C79F9407}" srcOrd="1" destOrd="0" parTransId="{4FFCACFB-9779-4553-9EAE-D9DF91AA14FC}" sibTransId="{A7C53C58-EDED-4414-B31A-96D66A8A0F0B}"/>
    <dgm:cxn modelId="{1E7B77D4-11F9-4C16-A29F-D5A4C356C800}" srcId="{AF26EA6C-D376-4315-8BA3-BB7B735E542F}" destId="{140ABB74-202B-434F-ABE9-F304602B7235}" srcOrd="2" destOrd="0" parTransId="{6A0733E8-AACB-4E6A-85B1-5085DB071578}" sibTransId="{06247554-A1EE-4B3F-8A05-ABB8015BBC11}"/>
    <dgm:cxn modelId="{6AC5D7D4-7DD4-4805-AEFC-EBA4385784BD}" type="presOf" srcId="{AF26EA6C-D376-4315-8BA3-BB7B735E542F}" destId="{1100C102-D6AE-425F-B86C-6C1FDCD1A9FF}" srcOrd="0" destOrd="0" presId="urn:microsoft.com/office/officeart/2008/layout/LinedList"/>
    <dgm:cxn modelId="{8FF67438-7055-4279-A0A5-5C390F099A62}" type="presParOf" srcId="{1100C102-D6AE-425F-B86C-6C1FDCD1A9FF}" destId="{B05C2C32-0F42-4720-A485-F61987984C19}" srcOrd="0" destOrd="0" presId="urn:microsoft.com/office/officeart/2008/layout/LinedList"/>
    <dgm:cxn modelId="{B8FD3425-A024-4E9C-A398-2248E7A40B7F}" type="presParOf" srcId="{1100C102-D6AE-425F-B86C-6C1FDCD1A9FF}" destId="{71A2C604-0949-4C5C-86BA-40A3279E4593}" srcOrd="1" destOrd="0" presId="urn:microsoft.com/office/officeart/2008/layout/LinedList"/>
    <dgm:cxn modelId="{B024E9AD-476E-4A8E-A1BC-BE33D5F1A06B}" type="presParOf" srcId="{71A2C604-0949-4C5C-86BA-40A3279E4593}" destId="{402C3631-C05D-4001-A786-5BF93C6D024B}" srcOrd="0" destOrd="0" presId="urn:microsoft.com/office/officeart/2008/layout/LinedList"/>
    <dgm:cxn modelId="{97D45B17-BF15-4812-99F9-08487AC1449F}" type="presParOf" srcId="{71A2C604-0949-4C5C-86BA-40A3279E4593}" destId="{9A596C2A-6EB1-4694-8D16-DA07B762EDE7}" srcOrd="1" destOrd="0" presId="urn:microsoft.com/office/officeart/2008/layout/LinedList"/>
    <dgm:cxn modelId="{722DD00E-4FAF-44DF-B029-964C8A548EE7}" type="presParOf" srcId="{1100C102-D6AE-425F-B86C-6C1FDCD1A9FF}" destId="{78FEF747-E70E-433F-AD66-B712ACEDBADC}" srcOrd="2" destOrd="0" presId="urn:microsoft.com/office/officeart/2008/layout/LinedList"/>
    <dgm:cxn modelId="{F8D51460-85AD-4746-AC82-5DC429633AFC}" type="presParOf" srcId="{1100C102-D6AE-425F-B86C-6C1FDCD1A9FF}" destId="{6C1C95D4-969E-4164-8108-4A2F0735F9BA}" srcOrd="3" destOrd="0" presId="urn:microsoft.com/office/officeart/2008/layout/LinedList"/>
    <dgm:cxn modelId="{3DF16B9F-EE0D-44A1-894B-47A4BB8E02FC}" type="presParOf" srcId="{6C1C95D4-969E-4164-8108-4A2F0735F9BA}" destId="{A41FF18C-D5D6-4BDF-859C-183AAFA5E78C}" srcOrd="0" destOrd="0" presId="urn:microsoft.com/office/officeart/2008/layout/LinedList"/>
    <dgm:cxn modelId="{773D62E9-3582-482D-9B96-05EF3B32E3C1}" type="presParOf" srcId="{6C1C95D4-969E-4164-8108-4A2F0735F9BA}" destId="{5FE08E54-BA49-4E77-BC68-9BA82E760D84}" srcOrd="1" destOrd="0" presId="urn:microsoft.com/office/officeart/2008/layout/LinedList"/>
    <dgm:cxn modelId="{4D725294-6A1A-44EA-BD4D-EFEDD45B90B1}" type="presParOf" srcId="{1100C102-D6AE-425F-B86C-6C1FDCD1A9FF}" destId="{423A7EF9-3A4F-4277-B3B7-3F614B9CADD3}" srcOrd="4" destOrd="0" presId="urn:microsoft.com/office/officeart/2008/layout/LinedList"/>
    <dgm:cxn modelId="{C9F7F94F-E28D-4905-A2F5-38642E449927}" type="presParOf" srcId="{1100C102-D6AE-425F-B86C-6C1FDCD1A9FF}" destId="{5C82C458-CCBE-415C-9BD4-343A125A1E01}" srcOrd="5" destOrd="0" presId="urn:microsoft.com/office/officeart/2008/layout/LinedList"/>
    <dgm:cxn modelId="{4E26E587-837A-4B63-9FDD-16EDDA1B892E}" type="presParOf" srcId="{5C82C458-CCBE-415C-9BD4-343A125A1E01}" destId="{F02FCC8B-9A8B-45D2-8661-1375ED56B8B6}" srcOrd="0" destOrd="0" presId="urn:microsoft.com/office/officeart/2008/layout/LinedList"/>
    <dgm:cxn modelId="{F98B052C-47F3-41BE-8B13-941FF70F806B}" type="presParOf" srcId="{5C82C458-CCBE-415C-9BD4-343A125A1E01}" destId="{CFE76E82-82AC-45BE-A2C3-572235A0C7C4}" srcOrd="1" destOrd="0" presId="urn:microsoft.com/office/officeart/2008/layout/Line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EA1004FF-1202-4042-A6C8-64FB68DC9DD9}" type="doc">
      <dgm:prSet loTypeId="urn:microsoft.com/office/officeart/2005/8/layout/vList2" loCatId="list" qsTypeId="urn:microsoft.com/office/officeart/2005/8/quickstyle/simple2" qsCatId="simple" csTypeId="urn:microsoft.com/office/officeart/2005/8/colors/accent3_2" csCatId="accent3" phldr="1"/>
      <dgm:spPr/>
      <dgm:t>
        <a:bodyPr/>
        <a:lstStyle/>
        <a:p>
          <a:endParaRPr lang="en-US"/>
        </a:p>
      </dgm:t>
    </dgm:pt>
    <dgm:pt modelId="{D933AC55-6B6D-4114-8E4D-A6628938D895}">
      <dgm:prSet/>
      <dgm:spPr/>
      <dgm:t>
        <a:bodyPr/>
        <a:lstStyle/>
        <a:p>
          <a:r>
            <a:rPr lang="en-US" b="1"/>
            <a:t>System Approach:</a:t>
          </a:r>
          <a:endParaRPr lang="en-US"/>
        </a:p>
      </dgm:t>
    </dgm:pt>
    <dgm:pt modelId="{A01F56ED-5434-43A5-B37A-66BB79242B78}" type="parTrans" cxnId="{8BB012F2-0D76-43C7-B7F3-E8A0F0FB835A}">
      <dgm:prSet/>
      <dgm:spPr/>
      <dgm:t>
        <a:bodyPr/>
        <a:lstStyle/>
        <a:p>
          <a:endParaRPr lang="en-US"/>
        </a:p>
      </dgm:t>
    </dgm:pt>
    <dgm:pt modelId="{A831580B-13B6-4583-9772-97EB77B9061C}" type="sibTrans" cxnId="{8BB012F2-0D76-43C7-B7F3-E8A0F0FB835A}">
      <dgm:prSet/>
      <dgm:spPr/>
      <dgm:t>
        <a:bodyPr/>
        <a:lstStyle/>
        <a:p>
          <a:endParaRPr lang="en-US"/>
        </a:p>
      </dgm:t>
    </dgm:pt>
    <dgm:pt modelId="{3474A02A-8774-4E7C-8617-D0266B007690}">
      <dgm:prSet/>
      <dgm:spPr/>
      <dgm:t>
        <a:bodyPr/>
        <a:lstStyle/>
        <a:p>
          <a:r>
            <a:rPr lang="en-US" dirty="0"/>
            <a:t>Effective care requires collaboration between educators, parents, and community health services. </a:t>
          </a:r>
        </a:p>
      </dgm:t>
    </dgm:pt>
    <dgm:pt modelId="{3C4C0334-FCAE-4F6B-9DBF-50F6008C869C}" type="parTrans" cxnId="{811B8334-B17E-422E-B209-CE6308300722}">
      <dgm:prSet/>
      <dgm:spPr/>
      <dgm:t>
        <a:bodyPr/>
        <a:lstStyle/>
        <a:p>
          <a:endParaRPr lang="en-US"/>
        </a:p>
      </dgm:t>
    </dgm:pt>
    <dgm:pt modelId="{BAA8AE8A-ACB0-42DA-A574-57D761D6A3AE}" type="sibTrans" cxnId="{811B8334-B17E-422E-B209-CE6308300722}">
      <dgm:prSet/>
      <dgm:spPr/>
      <dgm:t>
        <a:bodyPr/>
        <a:lstStyle/>
        <a:p>
          <a:endParaRPr lang="en-US"/>
        </a:p>
      </dgm:t>
    </dgm:pt>
    <dgm:pt modelId="{8C15CBA9-601F-4E4A-8D9C-3F54CC7E240C}">
      <dgm:prSet/>
      <dgm:spPr/>
      <dgm:t>
        <a:bodyPr/>
        <a:lstStyle/>
        <a:p>
          <a:r>
            <a:rPr lang="en-US" dirty="0"/>
            <a:t>Focus on building resilience by strengthening the child's social environment.</a:t>
          </a:r>
        </a:p>
      </dgm:t>
    </dgm:pt>
    <dgm:pt modelId="{E4831B26-AF08-43B3-B942-FFAAE57E6B47}" type="parTrans" cxnId="{CACBAE97-CBDE-4A10-A1F0-4A9CC98F55CA}">
      <dgm:prSet/>
      <dgm:spPr/>
      <dgm:t>
        <a:bodyPr/>
        <a:lstStyle/>
        <a:p>
          <a:endParaRPr lang="en-US"/>
        </a:p>
      </dgm:t>
    </dgm:pt>
    <dgm:pt modelId="{77A95D03-64B8-44C6-B169-64B50BE22A98}" type="sibTrans" cxnId="{CACBAE97-CBDE-4A10-A1F0-4A9CC98F55CA}">
      <dgm:prSet/>
      <dgm:spPr/>
      <dgm:t>
        <a:bodyPr/>
        <a:lstStyle/>
        <a:p>
          <a:endParaRPr lang="en-US"/>
        </a:p>
      </dgm:t>
    </dgm:pt>
    <dgm:pt modelId="{ED27A08D-DD4D-4282-BE41-13DE54E46D3D}">
      <dgm:prSet/>
      <dgm:spPr/>
      <dgm:t>
        <a:bodyPr/>
        <a:lstStyle/>
        <a:p>
          <a:r>
            <a:rPr lang="en-US" dirty="0"/>
            <a:t>Early intervention is key to preventing long-term physical and mental health consequences.</a:t>
          </a:r>
        </a:p>
      </dgm:t>
    </dgm:pt>
    <dgm:pt modelId="{0CF458BA-DFE2-4765-8512-088B6AD9A28D}" type="parTrans" cxnId="{7E9BE2E6-DABD-4E4E-93CB-D699ABB09026}">
      <dgm:prSet/>
      <dgm:spPr/>
      <dgm:t>
        <a:bodyPr/>
        <a:lstStyle/>
        <a:p>
          <a:endParaRPr lang="en-US"/>
        </a:p>
      </dgm:t>
    </dgm:pt>
    <dgm:pt modelId="{514E018D-B651-41A4-9A20-B563B04DA30E}" type="sibTrans" cxnId="{7E9BE2E6-DABD-4E4E-93CB-D699ABB09026}">
      <dgm:prSet/>
      <dgm:spPr/>
      <dgm:t>
        <a:bodyPr/>
        <a:lstStyle/>
        <a:p>
          <a:endParaRPr lang="en-US"/>
        </a:p>
      </dgm:t>
    </dgm:pt>
    <dgm:pt modelId="{13A84B13-DB2A-4730-B142-C1C26803FB3E}">
      <dgm:prSet/>
      <dgm:spPr/>
      <dgm:t>
        <a:bodyPr/>
        <a:lstStyle/>
        <a:p>
          <a:r>
            <a:rPr lang="en-US" b="1"/>
            <a:t>Conclusion:</a:t>
          </a:r>
          <a:endParaRPr lang="en-US"/>
        </a:p>
      </dgm:t>
    </dgm:pt>
    <dgm:pt modelId="{437ED177-0C2B-4A9B-B914-C134FC8528E2}" type="parTrans" cxnId="{405F742B-705E-452C-BEB1-350A983349B6}">
      <dgm:prSet/>
      <dgm:spPr/>
      <dgm:t>
        <a:bodyPr/>
        <a:lstStyle/>
        <a:p>
          <a:endParaRPr lang="en-US"/>
        </a:p>
      </dgm:t>
    </dgm:pt>
    <dgm:pt modelId="{B75B1B97-5FB9-410C-9DBF-2515A39C5F29}" type="sibTrans" cxnId="{405F742B-705E-452C-BEB1-350A983349B6}">
      <dgm:prSet/>
      <dgm:spPr/>
      <dgm:t>
        <a:bodyPr/>
        <a:lstStyle/>
        <a:p>
          <a:endParaRPr lang="en-US"/>
        </a:p>
      </dgm:t>
    </dgm:pt>
    <dgm:pt modelId="{BA76F20C-572F-4F18-85D9-96AAFE7B6E34}">
      <dgm:prSet/>
      <dgm:spPr/>
      <dgm:t>
        <a:bodyPr/>
        <a:lstStyle/>
        <a:p>
          <a:r>
            <a:rPr lang="en-US" dirty="0"/>
            <a:t>Childhood PTSD is a profound, yet treatable, condition.</a:t>
          </a:r>
        </a:p>
      </dgm:t>
    </dgm:pt>
    <dgm:pt modelId="{9243F876-C745-4E9F-8534-752B98CEFD2E}" type="parTrans" cxnId="{7A7BDCE5-42B7-4367-B141-A2C2A17D6A5D}">
      <dgm:prSet/>
      <dgm:spPr/>
      <dgm:t>
        <a:bodyPr/>
        <a:lstStyle/>
        <a:p>
          <a:endParaRPr lang="en-US"/>
        </a:p>
      </dgm:t>
    </dgm:pt>
    <dgm:pt modelId="{1DCDB190-5E17-4AF2-B854-223344C2751C}" type="sibTrans" cxnId="{7A7BDCE5-42B7-4367-B141-A2C2A17D6A5D}">
      <dgm:prSet/>
      <dgm:spPr/>
      <dgm:t>
        <a:bodyPr/>
        <a:lstStyle/>
        <a:p>
          <a:endParaRPr lang="en-US"/>
        </a:p>
      </dgm:t>
    </dgm:pt>
    <dgm:pt modelId="{CCAC0F92-BA45-4A8C-98B7-951F882A3653}">
      <dgm:prSet/>
      <dgm:spPr/>
      <dgm:t>
        <a:bodyPr/>
        <a:lstStyle/>
        <a:p>
          <a:r>
            <a:rPr lang="en-US" dirty="0"/>
            <a:t>Educators and families play an equally vital role in recovery.</a:t>
          </a:r>
        </a:p>
      </dgm:t>
    </dgm:pt>
    <dgm:pt modelId="{5819105B-5BF5-4C45-88D9-88533B99103B}" type="parTrans" cxnId="{7F16B20A-B8E3-4364-B673-00706E88591F}">
      <dgm:prSet/>
      <dgm:spPr/>
      <dgm:t>
        <a:bodyPr/>
        <a:lstStyle/>
        <a:p>
          <a:endParaRPr lang="en-US"/>
        </a:p>
      </dgm:t>
    </dgm:pt>
    <dgm:pt modelId="{04D503C5-F912-4534-98CD-CD71BEDFF515}" type="sibTrans" cxnId="{7F16B20A-B8E3-4364-B673-00706E88591F}">
      <dgm:prSet/>
      <dgm:spPr/>
      <dgm:t>
        <a:bodyPr/>
        <a:lstStyle/>
        <a:p>
          <a:endParaRPr lang="en-US"/>
        </a:p>
      </dgm:t>
    </dgm:pt>
    <dgm:pt modelId="{20247F50-F7A5-4CAA-89B9-7E8A4A6BBD4B}">
      <dgm:prSet/>
      <dgm:spPr/>
      <dgm:t>
        <a:bodyPr/>
        <a:lstStyle/>
        <a:p>
          <a:r>
            <a:rPr lang="en-US" dirty="0"/>
            <a:t>By focusing on safety, relationships, and predictable care, we can help children thrive.</a:t>
          </a:r>
        </a:p>
      </dgm:t>
    </dgm:pt>
    <dgm:pt modelId="{39DF40D2-F928-47DC-B859-1E54B3288481}" type="parTrans" cxnId="{18B23B2D-BAF3-4670-9C72-117661311E07}">
      <dgm:prSet/>
      <dgm:spPr/>
      <dgm:t>
        <a:bodyPr/>
        <a:lstStyle/>
        <a:p>
          <a:endParaRPr lang="en-US"/>
        </a:p>
      </dgm:t>
    </dgm:pt>
    <dgm:pt modelId="{42478D65-2AE8-40A9-BDBE-559C265E7A8C}" type="sibTrans" cxnId="{18B23B2D-BAF3-4670-9C72-117661311E07}">
      <dgm:prSet/>
      <dgm:spPr/>
      <dgm:t>
        <a:bodyPr/>
        <a:lstStyle/>
        <a:p>
          <a:endParaRPr lang="en-US"/>
        </a:p>
      </dgm:t>
    </dgm:pt>
    <dgm:pt modelId="{9EDEC882-FDED-47E3-80C4-A967827EDEF4}" type="pres">
      <dgm:prSet presAssocID="{EA1004FF-1202-4042-A6C8-64FB68DC9DD9}" presName="linear" presStyleCnt="0">
        <dgm:presLayoutVars>
          <dgm:animLvl val="lvl"/>
          <dgm:resizeHandles val="exact"/>
        </dgm:presLayoutVars>
      </dgm:prSet>
      <dgm:spPr/>
    </dgm:pt>
    <dgm:pt modelId="{7D26A799-C5DF-437E-B6C6-713A476FA13A}" type="pres">
      <dgm:prSet presAssocID="{D933AC55-6B6D-4114-8E4D-A6628938D895}" presName="parentText" presStyleLbl="node1" presStyleIdx="0" presStyleCnt="2">
        <dgm:presLayoutVars>
          <dgm:chMax val="0"/>
          <dgm:bulletEnabled val="1"/>
        </dgm:presLayoutVars>
      </dgm:prSet>
      <dgm:spPr/>
    </dgm:pt>
    <dgm:pt modelId="{29F3BC02-CFB1-470F-BCAD-4858B349FABE}" type="pres">
      <dgm:prSet presAssocID="{D933AC55-6B6D-4114-8E4D-A6628938D895}" presName="childText" presStyleLbl="revTx" presStyleIdx="0" presStyleCnt="2">
        <dgm:presLayoutVars>
          <dgm:bulletEnabled val="1"/>
        </dgm:presLayoutVars>
      </dgm:prSet>
      <dgm:spPr/>
    </dgm:pt>
    <dgm:pt modelId="{CA959315-6F16-400E-AB0C-FD95832DF52D}" type="pres">
      <dgm:prSet presAssocID="{13A84B13-DB2A-4730-B142-C1C26803FB3E}" presName="parentText" presStyleLbl="node1" presStyleIdx="1" presStyleCnt="2">
        <dgm:presLayoutVars>
          <dgm:chMax val="0"/>
          <dgm:bulletEnabled val="1"/>
        </dgm:presLayoutVars>
      </dgm:prSet>
      <dgm:spPr/>
    </dgm:pt>
    <dgm:pt modelId="{DA278219-430F-4EBF-AC9D-4F20E0990119}" type="pres">
      <dgm:prSet presAssocID="{13A84B13-DB2A-4730-B142-C1C26803FB3E}" presName="childText" presStyleLbl="revTx" presStyleIdx="1" presStyleCnt="2">
        <dgm:presLayoutVars>
          <dgm:bulletEnabled val="1"/>
        </dgm:presLayoutVars>
      </dgm:prSet>
      <dgm:spPr/>
    </dgm:pt>
  </dgm:ptLst>
  <dgm:cxnLst>
    <dgm:cxn modelId="{7F16B20A-B8E3-4364-B673-00706E88591F}" srcId="{13A84B13-DB2A-4730-B142-C1C26803FB3E}" destId="{CCAC0F92-BA45-4A8C-98B7-951F882A3653}" srcOrd="1" destOrd="0" parTransId="{5819105B-5BF5-4C45-88D9-88533B99103B}" sibTransId="{04D503C5-F912-4534-98CD-CD71BEDFF515}"/>
    <dgm:cxn modelId="{4E496422-C77D-40A0-94B4-3FF4541CF20D}" type="presOf" srcId="{20247F50-F7A5-4CAA-89B9-7E8A4A6BBD4B}" destId="{DA278219-430F-4EBF-AC9D-4F20E0990119}" srcOrd="0" destOrd="2" presId="urn:microsoft.com/office/officeart/2005/8/layout/vList2"/>
    <dgm:cxn modelId="{C2A5C729-6FB4-48E1-BC75-44C6A2318B40}" type="presOf" srcId="{CCAC0F92-BA45-4A8C-98B7-951F882A3653}" destId="{DA278219-430F-4EBF-AC9D-4F20E0990119}" srcOrd="0" destOrd="1" presId="urn:microsoft.com/office/officeart/2005/8/layout/vList2"/>
    <dgm:cxn modelId="{405F742B-705E-452C-BEB1-350A983349B6}" srcId="{EA1004FF-1202-4042-A6C8-64FB68DC9DD9}" destId="{13A84B13-DB2A-4730-B142-C1C26803FB3E}" srcOrd="1" destOrd="0" parTransId="{437ED177-0C2B-4A9B-B914-C134FC8528E2}" sibTransId="{B75B1B97-5FB9-410C-9DBF-2515A39C5F29}"/>
    <dgm:cxn modelId="{18B23B2D-BAF3-4670-9C72-117661311E07}" srcId="{13A84B13-DB2A-4730-B142-C1C26803FB3E}" destId="{20247F50-F7A5-4CAA-89B9-7E8A4A6BBD4B}" srcOrd="2" destOrd="0" parTransId="{39DF40D2-F928-47DC-B859-1E54B3288481}" sibTransId="{42478D65-2AE8-40A9-BDBE-559C265E7A8C}"/>
    <dgm:cxn modelId="{E0CD6A2F-DCD6-4734-8DA9-7FDCFD3D9E46}" type="presOf" srcId="{ED27A08D-DD4D-4282-BE41-13DE54E46D3D}" destId="{29F3BC02-CFB1-470F-BCAD-4858B349FABE}" srcOrd="0" destOrd="2" presId="urn:microsoft.com/office/officeart/2005/8/layout/vList2"/>
    <dgm:cxn modelId="{811B8334-B17E-422E-B209-CE6308300722}" srcId="{D933AC55-6B6D-4114-8E4D-A6628938D895}" destId="{3474A02A-8774-4E7C-8617-D0266B007690}" srcOrd="0" destOrd="0" parTransId="{3C4C0334-FCAE-4F6B-9DBF-50F6008C869C}" sibTransId="{BAA8AE8A-ACB0-42DA-A574-57D761D6A3AE}"/>
    <dgm:cxn modelId="{D5F0385B-DF2E-40A9-B1D6-44758F4DAE46}" type="presOf" srcId="{3474A02A-8774-4E7C-8617-D0266B007690}" destId="{29F3BC02-CFB1-470F-BCAD-4858B349FABE}" srcOrd="0" destOrd="0" presId="urn:microsoft.com/office/officeart/2005/8/layout/vList2"/>
    <dgm:cxn modelId="{CACBAE97-CBDE-4A10-A1F0-4A9CC98F55CA}" srcId="{D933AC55-6B6D-4114-8E4D-A6628938D895}" destId="{8C15CBA9-601F-4E4A-8D9C-3F54CC7E240C}" srcOrd="1" destOrd="0" parTransId="{E4831B26-AF08-43B3-B942-FFAAE57E6B47}" sibTransId="{77A95D03-64B8-44C6-B169-64B50BE22A98}"/>
    <dgm:cxn modelId="{72242C9D-B86E-4848-9C35-5C4B405F6BCC}" type="presOf" srcId="{13A84B13-DB2A-4730-B142-C1C26803FB3E}" destId="{CA959315-6F16-400E-AB0C-FD95832DF52D}" srcOrd="0" destOrd="0" presId="urn:microsoft.com/office/officeart/2005/8/layout/vList2"/>
    <dgm:cxn modelId="{E31B96AA-92F2-4C1A-B727-773DC9C946EB}" type="presOf" srcId="{EA1004FF-1202-4042-A6C8-64FB68DC9DD9}" destId="{9EDEC882-FDED-47E3-80C4-A967827EDEF4}" srcOrd="0" destOrd="0" presId="urn:microsoft.com/office/officeart/2005/8/layout/vList2"/>
    <dgm:cxn modelId="{7A7BDCE5-42B7-4367-B141-A2C2A17D6A5D}" srcId="{13A84B13-DB2A-4730-B142-C1C26803FB3E}" destId="{BA76F20C-572F-4F18-85D9-96AAFE7B6E34}" srcOrd="0" destOrd="0" parTransId="{9243F876-C745-4E9F-8534-752B98CEFD2E}" sibTransId="{1DCDB190-5E17-4AF2-B854-223344C2751C}"/>
    <dgm:cxn modelId="{7E9BE2E6-DABD-4E4E-93CB-D699ABB09026}" srcId="{D933AC55-6B6D-4114-8E4D-A6628938D895}" destId="{ED27A08D-DD4D-4282-BE41-13DE54E46D3D}" srcOrd="2" destOrd="0" parTransId="{0CF458BA-DFE2-4765-8512-088B6AD9A28D}" sibTransId="{514E018D-B651-41A4-9A20-B563B04DA30E}"/>
    <dgm:cxn modelId="{70F4BAEA-109F-48F7-A197-726FF1AE40E3}" type="presOf" srcId="{D933AC55-6B6D-4114-8E4D-A6628938D895}" destId="{7D26A799-C5DF-437E-B6C6-713A476FA13A}" srcOrd="0" destOrd="0" presId="urn:microsoft.com/office/officeart/2005/8/layout/vList2"/>
    <dgm:cxn modelId="{8BB012F2-0D76-43C7-B7F3-E8A0F0FB835A}" srcId="{EA1004FF-1202-4042-A6C8-64FB68DC9DD9}" destId="{D933AC55-6B6D-4114-8E4D-A6628938D895}" srcOrd="0" destOrd="0" parTransId="{A01F56ED-5434-43A5-B37A-66BB79242B78}" sibTransId="{A831580B-13B6-4583-9772-97EB77B9061C}"/>
    <dgm:cxn modelId="{D5A823F8-C0F7-4012-9898-03F187CCB9BE}" type="presOf" srcId="{8C15CBA9-601F-4E4A-8D9C-3F54CC7E240C}" destId="{29F3BC02-CFB1-470F-BCAD-4858B349FABE}" srcOrd="0" destOrd="1" presId="urn:microsoft.com/office/officeart/2005/8/layout/vList2"/>
    <dgm:cxn modelId="{96C2BFFB-875E-44B6-A20B-0A9AA572A7FA}" type="presOf" srcId="{BA76F20C-572F-4F18-85D9-96AAFE7B6E34}" destId="{DA278219-430F-4EBF-AC9D-4F20E0990119}" srcOrd="0" destOrd="0" presId="urn:microsoft.com/office/officeart/2005/8/layout/vList2"/>
    <dgm:cxn modelId="{63C9FCDC-D03B-4A3C-93F9-5F2C7BFD24E6}" type="presParOf" srcId="{9EDEC882-FDED-47E3-80C4-A967827EDEF4}" destId="{7D26A799-C5DF-437E-B6C6-713A476FA13A}" srcOrd="0" destOrd="0" presId="urn:microsoft.com/office/officeart/2005/8/layout/vList2"/>
    <dgm:cxn modelId="{6EE0F098-0371-46F2-93E6-305BBA023ED8}" type="presParOf" srcId="{9EDEC882-FDED-47E3-80C4-A967827EDEF4}" destId="{29F3BC02-CFB1-470F-BCAD-4858B349FABE}" srcOrd="1" destOrd="0" presId="urn:microsoft.com/office/officeart/2005/8/layout/vList2"/>
    <dgm:cxn modelId="{39A68375-6D19-40B4-BDAC-CD8E0D1384EF}" type="presParOf" srcId="{9EDEC882-FDED-47E3-80C4-A967827EDEF4}" destId="{CA959315-6F16-400E-AB0C-FD95832DF52D}" srcOrd="2" destOrd="0" presId="urn:microsoft.com/office/officeart/2005/8/layout/vList2"/>
    <dgm:cxn modelId="{10468924-055C-47F8-A29B-3B097ED3F0B0}" type="presParOf" srcId="{9EDEC882-FDED-47E3-80C4-A967827EDEF4}" destId="{DA278219-430F-4EBF-AC9D-4F20E0990119}" srcOrd="3" destOrd="0" presId="urn:microsoft.com/office/officeart/2005/8/layout/vList2"/>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A45447B-53A7-4BB8-8378-236BE0EB15EC}">
      <dsp:nvSpPr>
        <dsp:cNvPr id="0" name=""/>
        <dsp:cNvSpPr/>
      </dsp:nvSpPr>
      <dsp:spPr>
        <a:xfrm rot="5400000">
          <a:off x="-158098" y="158501"/>
          <a:ext cx="1053989" cy="737792"/>
        </a:xfrm>
        <a:prstGeom prst="chevron">
          <a:avLst/>
        </a:prstGeom>
        <a:solidFill>
          <a:schemeClr val="accent1">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525" tIns="9525" rIns="9525" bIns="9525" numCol="1" spcCol="1270" anchor="ctr" anchorCtr="0">
          <a:noAutofit/>
        </a:bodyPr>
        <a:lstStyle/>
        <a:p>
          <a:pPr marL="0" lvl="0" indent="0" algn="ctr" defTabSz="666750">
            <a:lnSpc>
              <a:spcPct val="90000"/>
            </a:lnSpc>
            <a:spcBef>
              <a:spcPct val="0"/>
            </a:spcBef>
            <a:spcAft>
              <a:spcPct val="35000"/>
            </a:spcAft>
            <a:buNone/>
          </a:pPr>
          <a:r>
            <a:rPr lang="en-US" sz="1500" kern="1200"/>
            <a:t>Define</a:t>
          </a:r>
        </a:p>
      </dsp:txBody>
      <dsp:txXfrm rot="-5400000">
        <a:off x="1" y="369298"/>
        <a:ext cx="737792" cy="316197"/>
      </dsp:txXfrm>
    </dsp:sp>
    <dsp:sp modelId="{9BBEDFE7-CD80-467C-98BA-03B0403FEC29}">
      <dsp:nvSpPr>
        <dsp:cNvPr id="0" name=""/>
        <dsp:cNvSpPr/>
      </dsp:nvSpPr>
      <dsp:spPr>
        <a:xfrm rot="5400000">
          <a:off x="5604824" y="-4866628"/>
          <a:ext cx="685093" cy="10419157"/>
        </a:xfrm>
        <a:prstGeom prst="round2SameRect">
          <a:avLst/>
        </a:prstGeom>
        <a:solidFill>
          <a:schemeClr val="lt1">
            <a:alpha val="90000"/>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70688" tIns="15240" rIns="15240" bIns="15240" numCol="1" spcCol="1270" anchor="ctr" anchorCtr="0">
          <a:noAutofit/>
        </a:bodyPr>
        <a:lstStyle/>
        <a:p>
          <a:pPr marL="228600" lvl="1" indent="-228600" algn="l" defTabSz="1066800">
            <a:lnSpc>
              <a:spcPct val="90000"/>
            </a:lnSpc>
            <a:spcBef>
              <a:spcPct val="0"/>
            </a:spcBef>
            <a:spcAft>
              <a:spcPct val="15000"/>
            </a:spcAft>
            <a:buChar char="•"/>
          </a:pPr>
          <a:r>
            <a:rPr lang="en-US" sz="2400" kern="1200"/>
            <a:t>Define PTSD in children (0–17 years).</a:t>
          </a:r>
        </a:p>
      </dsp:txBody>
      <dsp:txXfrm rot="-5400000">
        <a:off x="737793" y="33846"/>
        <a:ext cx="10385714" cy="618207"/>
      </dsp:txXfrm>
    </dsp:sp>
    <dsp:sp modelId="{56528F23-D877-4DDC-BE63-3CE84C092808}">
      <dsp:nvSpPr>
        <dsp:cNvPr id="0" name=""/>
        <dsp:cNvSpPr/>
      </dsp:nvSpPr>
      <dsp:spPr>
        <a:xfrm rot="5400000">
          <a:off x="-158098" y="1062615"/>
          <a:ext cx="1053989" cy="737792"/>
        </a:xfrm>
        <a:prstGeom prst="chevron">
          <a:avLst/>
        </a:prstGeom>
        <a:solidFill>
          <a:schemeClr val="accent1">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525" tIns="9525" rIns="9525" bIns="9525" numCol="1" spcCol="1270" anchor="ctr" anchorCtr="0">
          <a:noAutofit/>
        </a:bodyPr>
        <a:lstStyle/>
        <a:p>
          <a:pPr marL="0" lvl="0" indent="0" algn="ctr" defTabSz="666750">
            <a:lnSpc>
              <a:spcPct val="90000"/>
            </a:lnSpc>
            <a:spcBef>
              <a:spcPct val="0"/>
            </a:spcBef>
            <a:spcAft>
              <a:spcPct val="35000"/>
            </a:spcAft>
            <a:buNone/>
          </a:pPr>
          <a:r>
            <a:rPr lang="en-US" sz="1500" kern="1200"/>
            <a:t>Analyze</a:t>
          </a:r>
        </a:p>
      </dsp:txBody>
      <dsp:txXfrm rot="-5400000">
        <a:off x="1" y="1273412"/>
        <a:ext cx="737792" cy="316197"/>
      </dsp:txXfrm>
    </dsp:sp>
    <dsp:sp modelId="{14EE7CCD-A358-4640-B4DF-F2F044BDDBC8}">
      <dsp:nvSpPr>
        <dsp:cNvPr id="0" name=""/>
        <dsp:cNvSpPr/>
      </dsp:nvSpPr>
      <dsp:spPr>
        <a:xfrm rot="5400000">
          <a:off x="5604824" y="-3962514"/>
          <a:ext cx="685093" cy="10419157"/>
        </a:xfrm>
        <a:prstGeom prst="round2SameRect">
          <a:avLst/>
        </a:prstGeom>
        <a:solidFill>
          <a:schemeClr val="lt1">
            <a:alpha val="90000"/>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70688" tIns="15240" rIns="15240" bIns="15240" numCol="1" spcCol="1270" anchor="ctr" anchorCtr="0">
          <a:noAutofit/>
        </a:bodyPr>
        <a:lstStyle/>
        <a:p>
          <a:pPr marL="228600" lvl="1" indent="-228600" algn="l" defTabSz="1066800">
            <a:lnSpc>
              <a:spcPct val="90000"/>
            </a:lnSpc>
            <a:spcBef>
              <a:spcPct val="0"/>
            </a:spcBef>
            <a:spcAft>
              <a:spcPct val="15000"/>
            </a:spcAft>
            <a:buChar char="•"/>
          </a:pPr>
          <a:r>
            <a:rPr lang="en-US" sz="2400" kern="1200"/>
            <a:t>Analyze the impact of PTSD on psychosocial health and social cognition.</a:t>
          </a:r>
        </a:p>
      </dsp:txBody>
      <dsp:txXfrm rot="-5400000">
        <a:off x="737793" y="937960"/>
        <a:ext cx="10385714" cy="618207"/>
      </dsp:txXfrm>
    </dsp:sp>
    <dsp:sp modelId="{5E8D8ADE-F7B4-4433-9E6E-D28C7D40CE33}">
      <dsp:nvSpPr>
        <dsp:cNvPr id="0" name=""/>
        <dsp:cNvSpPr/>
      </dsp:nvSpPr>
      <dsp:spPr>
        <a:xfrm rot="5400000">
          <a:off x="-158098" y="1966729"/>
          <a:ext cx="1053989" cy="737792"/>
        </a:xfrm>
        <a:prstGeom prst="chevron">
          <a:avLst/>
        </a:prstGeom>
        <a:solidFill>
          <a:schemeClr val="accent1">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525" tIns="9525" rIns="9525" bIns="9525" numCol="1" spcCol="1270" anchor="ctr" anchorCtr="0">
          <a:noAutofit/>
        </a:bodyPr>
        <a:lstStyle/>
        <a:p>
          <a:pPr marL="0" lvl="0" indent="0" algn="ctr" defTabSz="666750">
            <a:lnSpc>
              <a:spcPct val="90000"/>
            </a:lnSpc>
            <a:spcBef>
              <a:spcPct val="0"/>
            </a:spcBef>
            <a:spcAft>
              <a:spcPct val="35000"/>
            </a:spcAft>
            <a:buNone/>
          </a:pPr>
          <a:r>
            <a:rPr lang="en-US" sz="1500" kern="1200"/>
            <a:t>Examine</a:t>
          </a:r>
        </a:p>
      </dsp:txBody>
      <dsp:txXfrm rot="-5400000">
        <a:off x="1" y="2177526"/>
        <a:ext cx="737792" cy="316197"/>
      </dsp:txXfrm>
    </dsp:sp>
    <dsp:sp modelId="{E2EC9C4F-836C-4CD0-B002-D62C705CA15A}">
      <dsp:nvSpPr>
        <dsp:cNvPr id="0" name=""/>
        <dsp:cNvSpPr/>
      </dsp:nvSpPr>
      <dsp:spPr>
        <a:xfrm rot="5400000">
          <a:off x="5604824" y="-3058400"/>
          <a:ext cx="685093" cy="10419157"/>
        </a:xfrm>
        <a:prstGeom prst="round2SameRect">
          <a:avLst/>
        </a:prstGeom>
        <a:solidFill>
          <a:schemeClr val="lt1">
            <a:alpha val="90000"/>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70688" tIns="15240" rIns="15240" bIns="15240" numCol="1" spcCol="1270" anchor="ctr" anchorCtr="0">
          <a:noAutofit/>
        </a:bodyPr>
        <a:lstStyle/>
        <a:p>
          <a:pPr marL="228600" lvl="1" indent="-228600" algn="l" defTabSz="1066800">
            <a:lnSpc>
              <a:spcPct val="90000"/>
            </a:lnSpc>
            <a:spcBef>
              <a:spcPct val="0"/>
            </a:spcBef>
            <a:spcAft>
              <a:spcPct val="15000"/>
            </a:spcAft>
            <a:buChar char="•"/>
          </a:pPr>
          <a:r>
            <a:rPr lang="en-US" sz="2400" kern="1200"/>
            <a:t>Examine how relationships influence or hinder behavioral change.</a:t>
          </a:r>
        </a:p>
      </dsp:txBody>
      <dsp:txXfrm rot="-5400000">
        <a:off x="737793" y="1842074"/>
        <a:ext cx="10385714" cy="618207"/>
      </dsp:txXfrm>
    </dsp:sp>
    <dsp:sp modelId="{844E1F2B-A210-4107-B64D-39A9EC21CAB6}">
      <dsp:nvSpPr>
        <dsp:cNvPr id="0" name=""/>
        <dsp:cNvSpPr/>
      </dsp:nvSpPr>
      <dsp:spPr>
        <a:xfrm rot="5400000">
          <a:off x="-158098" y="2870843"/>
          <a:ext cx="1053989" cy="737792"/>
        </a:xfrm>
        <a:prstGeom prst="chevron">
          <a:avLst/>
        </a:prstGeom>
        <a:solidFill>
          <a:schemeClr val="accent1">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525" tIns="9525" rIns="9525" bIns="9525" numCol="1" spcCol="1270" anchor="ctr" anchorCtr="0">
          <a:noAutofit/>
        </a:bodyPr>
        <a:lstStyle/>
        <a:p>
          <a:pPr marL="0" lvl="0" indent="0" algn="ctr" defTabSz="666750">
            <a:lnSpc>
              <a:spcPct val="90000"/>
            </a:lnSpc>
            <a:spcBef>
              <a:spcPct val="0"/>
            </a:spcBef>
            <a:spcAft>
              <a:spcPct val="35000"/>
            </a:spcAft>
            <a:buNone/>
          </a:pPr>
          <a:r>
            <a:rPr lang="en-US" sz="1500" kern="1200"/>
            <a:t>Outline</a:t>
          </a:r>
        </a:p>
      </dsp:txBody>
      <dsp:txXfrm rot="-5400000">
        <a:off x="1" y="3081640"/>
        <a:ext cx="737792" cy="316197"/>
      </dsp:txXfrm>
    </dsp:sp>
    <dsp:sp modelId="{150624DA-0058-42F7-8A5F-4545F0367CDD}">
      <dsp:nvSpPr>
        <dsp:cNvPr id="0" name=""/>
        <dsp:cNvSpPr/>
      </dsp:nvSpPr>
      <dsp:spPr>
        <a:xfrm rot="5400000">
          <a:off x="5604824" y="-2154286"/>
          <a:ext cx="685093" cy="10419157"/>
        </a:xfrm>
        <a:prstGeom prst="round2SameRect">
          <a:avLst/>
        </a:prstGeom>
        <a:solidFill>
          <a:schemeClr val="lt1">
            <a:alpha val="90000"/>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70688" tIns="15240" rIns="15240" bIns="15240" numCol="1" spcCol="1270" anchor="ctr" anchorCtr="0">
          <a:noAutofit/>
        </a:bodyPr>
        <a:lstStyle/>
        <a:p>
          <a:pPr marL="228600" lvl="1" indent="-228600" algn="l" defTabSz="1066800">
            <a:lnSpc>
              <a:spcPct val="90000"/>
            </a:lnSpc>
            <a:spcBef>
              <a:spcPct val="0"/>
            </a:spcBef>
            <a:spcAft>
              <a:spcPct val="15000"/>
            </a:spcAft>
            <a:buChar char="•"/>
          </a:pPr>
          <a:r>
            <a:rPr lang="en-US" sz="2400" kern="1200"/>
            <a:t>Outline the role of the health educator in supporting traumatized children.</a:t>
          </a:r>
        </a:p>
      </dsp:txBody>
      <dsp:txXfrm rot="-5400000">
        <a:off x="737793" y="2746188"/>
        <a:ext cx="10385714" cy="618207"/>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1044FB1-6B9B-4D74-BCBA-9D744E891659}">
      <dsp:nvSpPr>
        <dsp:cNvPr id="0" name=""/>
        <dsp:cNvSpPr/>
      </dsp:nvSpPr>
      <dsp:spPr>
        <a:xfrm>
          <a:off x="0" y="1977"/>
          <a:ext cx="5157216" cy="0"/>
        </a:xfrm>
        <a:prstGeom prst="line">
          <a:avLst/>
        </a:prstGeom>
        <a:solidFill>
          <a:schemeClr val="accent4">
            <a:hueOff val="0"/>
            <a:satOff val="0"/>
            <a:lumOff val="0"/>
            <a:alphaOff val="0"/>
          </a:schemeClr>
        </a:solidFill>
        <a:ln w="19050" cap="flat" cmpd="sng" algn="ctr">
          <a:solidFill>
            <a:schemeClr val="accent4">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F82A30F7-65C1-49A5-8F51-F670C718D667}">
      <dsp:nvSpPr>
        <dsp:cNvPr id="0" name=""/>
        <dsp:cNvSpPr/>
      </dsp:nvSpPr>
      <dsp:spPr>
        <a:xfrm>
          <a:off x="0" y="1977"/>
          <a:ext cx="5157216" cy="134894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0960" tIns="60960" rIns="60960" bIns="60960" numCol="1" spcCol="1270" anchor="t" anchorCtr="0">
          <a:noAutofit/>
        </a:bodyPr>
        <a:lstStyle/>
        <a:p>
          <a:pPr marL="0" lvl="0" indent="0" algn="l" defTabSz="711200">
            <a:lnSpc>
              <a:spcPct val="90000"/>
            </a:lnSpc>
            <a:spcBef>
              <a:spcPct val="0"/>
            </a:spcBef>
            <a:spcAft>
              <a:spcPct val="35000"/>
            </a:spcAft>
            <a:buNone/>
          </a:pPr>
          <a:r>
            <a:rPr lang="en-US" sz="1600" b="1" kern="1200" dirty="0"/>
            <a:t>Definition:</a:t>
          </a:r>
          <a:r>
            <a:rPr lang="en-US" sz="1600" kern="1200" dirty="0"/>
            <a:t> A disorder that develops after exposure to severe stress, such as injuries, accidents, death, abuse, physical and sexual violence, disasters, or ongoing painful episodes due to illnesses, their complication or treatment processes, lasting longer than one month. Diagnosis via DSM-5-TR criteria.</a:t>
          </a:r>
        </a:p>
      </dsp:txBody>
      <dsp:txXfrm>
        <a:off x="0" y="1977"/>
        <a:ext cx="5157216" cy="1348945"/>
      </dsp:txXfrm>
    </dsp:sp>
    <dsp:sp modelId="{AEA89EA2-0771-482A-B094-6AA6F2596F50}">
      <dsp:nvSpPr>
        <dsp:cNvPr id="0" name=""/>
        <dsp:cNvSpPr/>
      </dsp:nvSpPr>
      <dsp:spPr>
        <a:xfrm>
          <a:off x="0" y="1350923"/>
          <a:ext cx="5157216" cy="0"/>
        </a:xfrm>
        <a:prstGeom prst="line">
          <a:avLst/>
        </a:prstGeom>
        <a:solidFill>
          <a:schemeClr val="accent4">
            <a:hueOff val="0"/>
            <a:satOff val="0"/>
            <a:lumOff val="0"/>
            <a:alphaOff val="0"/>
          </a:schemeClr>
        </a:solidFill>
        <a:ln w="19050" cap="flat" cmpd="sng" algn="ctr">
          <a:solidFill>
            <a:schemeClr val="accent4">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ABC4002D-53C9-42F3-9C3F-D3333F5F3416}">
      <dsp:nvSpPr>
        <dsp:cNvPr id="0" name=""/>
        <dsp:cNvSpPr/>
      </dsp:nvSpPr>
      <dsp:spPr>
        <a:xfrm>
          <a:off x="0" y="1350923"/>
          <a:ext cx="5157216" cy="134894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4770" tIns="64770" rIns="64770" bIns="64770" numCol="1" spcCol="1270" anchor="t" anchorCtr="0">
          <a:noAutofit/>
        </a:bodyPr>
        <a:lstStyle/>
        <a:p>
          <a:pPr marL="0" lvl="0" indent="0" algn="l" defTabSz="755650">
            <a:lnSpc>
              <a:spcPct val="90000"/>
            </a:lnSpc>
            <a:spcBef>
              <a:spcPct val="0"/>
            </a:spcBef>
            <a:spcAft>
              <a:spcPct val="35000"/>
            </a:spcAft>
            <a:buNone/>
          </a:pPr>
          <a:r>
            <a:rPr lang="en-US" sz="1700" b="1" kern="1200" dirty="0"/>
            <a:t>Symptoms:</a:t>
          </a:r>
          <a:r>
            <a:rPr lang="en-US" sz="1700" kern="1200" dirty="0"/>
            <a:t> Re-experiencing (flashbacks), avoidance (detachment), negative alterations in mood/cognition, and hyperarousal (jumpy/fearful).</a:t>
          </a:r>
        </a:p>
      </dsp:txBody>
      <dsp:txXfrm>
        <a:off x="0" y="1350923"/>
        <a:ext cx="5157216" cy="1348945"/>
      </dsp:txXfrm>
    </dsp:sp>
    <dsp:sp modelId="{69F4DE98-0A19-42FF-A6C2-6E0D185698AA}">
      <dsp:nvSpPr>
        <dsp:cNvPr id="0" name=""/>
        <dsp:cNvSpPr/>
      </dsp:nvSpPr>
      <dsp:spPr>
        <a:xfrm>
          <a:off x="0" y="2699868"/>
          <a:ext cx="5157216" cy="0"/>
        </a:xfrm>
        <a:prstGeom prst="line">
          <a:avLst/>
        </a:prstGeom>
        <a:solidFill>
          <a:schemeClr val="accent4">
            <a:hueOff val="0"/>
            <a:satOff val="0"/>
            <a:lumOff val="0"/>
            <a:alphaOff val="0"/>
          </a:schemeClr>
        </a:solidFill>
        <a:ln w="19050" cap="flat" cmpd="sng" algn="ctr">
          <a:solidFill>
            <a:schemeClr val="accent4">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17AC8706-4802-462D-8588-573F27AC4CE0}">
      <dsp:nvSpPr>
        <dsp:cNvPr id="0" name=""/>
        <dsp:cNvSpPr/>
      </dsp:nvSpPr>
      <dsp:spPr>
        <a:xfrm>
          <a:off x="0" y="2699868"/>
          <a:ext cx="5157216" cy="134894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4770" tIns="64770" rIns="64770" bIns="64770" numCol="1" spcCol="1270" anchor="t" anchorCtr="0">
          <a:noAutofit/>
        </a:bodyPr>
        <a:lstStyle/>
        <a:p>
          <a:pPr marL="0" lvl="0" indent="0" algn="l" defTabSz="755650">
            <a:lnSpc>
              <a:spcPct val="90000"/>
            </a:lnSpc>
            <a:spcBef>
              <a:spcPct val="0"/>
            </a:spcBef>
            <a:spcAft>
              <a:spcPct val="35000"/>
            </a:spcAft>
            <a:buNone/>
          </a:pPr>
          <a:r>
            <a:rPr lang="en-US" sz="1700" b="1" kern="1200" dirty="0"/>
            <a:t>Key Distinction:</a:t>
          </a:r>
          <a:r>
            <a:rPr lang="en-US" sz="1700" kern="1200" dirty="0"/>
            <a:t> Not all children who experience trauma develop PTSD, but 15% of children who experience severe trauma do. Unlike adults, children may express trauma through repetitive play, behavioral regression, or extreme temper tantrums.</a:t>
          </a:r>
        </a:p>
      </dsp:txBody>
      <dsp:txXfrm>
        <a:off x="0" y="2699868"/>
        <a:ext cx="5157216" cy="1348945"/>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AD6A4D9-D103-4B78-A729-4E4CDB3345E1}">
      <dsp:nvSpPr>
        <dsp:cNvPr id="0" name=""/>
        <dsp:cNvSpPr/>
      </dsp:nvSpPr>
      <dsp:spPr>
        <a:xfrm>
          <a:off x="923599" y="2176"/>
          <a:ext cx="2843490" cy="1706094"/>
        </a:xfrm>
        <a:prstGeom prst="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US" sz="1800" b="1" kern="1200"/>
            <a:t>Social Isolation:</a:t>
          </a:r>
          <a:r>
            <a:rPr lang="en-US" sz="1800" kern="1200"/>
            <a:t> Children with PTSD often feel detached from friends or family and may withdraw socially.</a:t>
          </a:r>
        </a:p>
      </dsp:txBody>
      <dsp:txXfrm>
        <a:off x="923599" y="2176"/>
        <a:ext cx="2843490" cy="1706094"/>
      </dsp:txXfrm>
    </dsp:sp>
    <dsp:sp modelId="{463F0930-B04A-40B0-A723-DD39C4003DFF}">
      <dsp:nvSpPr>
        <dsp:cNvPr id="0" name=""/>
        <dsp:cNvSpPr/>
      </dsp:nvSpPr>
      <dsp:spPr>
        <a:xfrm>
          <a:off x="4051439" y="2176"/>
          <a:ext cx="2843490" cy="1706094"/>
        </a:xfrm>
        <a:prstGeom prst="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US" sz="1800" b="1" kern="1200" dirty="0"/>
            <a:t>Emotional Dysregulation:</a:t>
          </a:r>
          <a:r>
            <a:rPr lang="en-US" sz="1800" kern="1200" dirty="0"/>
            <a:t> Persistent negative emotional states, including high levels of fear, guilt, anger, or shame. </a:t>
          </a:r>
        </a:p>
      </dsp:txBody>
      <dsp:txXfrm>
        <a:off x="4051439" y="2176"/>
        <a:ext cx="2843490" cy="1706094"/>
      </dsp:txXfrm>
    </dsp:sp>
    <dsp:sp modelId="{6D2E5038-94ED-4445-85D7-FDCD85A2507D}">
      <dsp:nvSpPr>
        <dsp:cNvPr id="0" name=""/>
        <dsp:cNvSpPr/>
      </dsp:nvSpPr>
      <dsp:spPr>
        <a:xfrm>
          <a:off x="7179279" y="2176"/>
          <a:ext cx="2843490" cy="1706094"/>
        </a:xfrm>
        <a:prstGeom prst="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US" sz="1800" b="1" kern="1200"/>
            <a:t>Diminished Interest:</a:t>
          </a:r>
          <a:r>
            <a:rPr lang="en-US" sz="1800" kern="1200"/>
            <a:t> Loss of interest in significant activities, including play, which is vital for child.</a:t>
          </a:r>
        </a:p>
      </dsp:txBody>
      <dsp:txXfrm>
        <a:off x="7179279" y="2176"/>
        <a:ext cx="2843490" cy="1706094"/>
      </dsp:txXfrm>
    </dsp:sp>
    <dsp:sp modelId="{F8D28724-41F9-45F0-BC75-D9F843B87DE1}">
      <dsp:nvSpPr>
        <dsp:cNvPr id="0" name=""/>
        <dsp:cNvSpPr/>
      </dsp:nvSpPr>
      <dsp:spPr>
        <a:xfrm>
          <a:off x="923599" y="1992620"/>
          <a:ext cx="2843490" cy="1706094"/>
        </a:xfrm>
        <a:prstGeom prst="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US" sz="1800" b="1" kern="1200" dirty="0"/>
            <a:t>Behavioral Problems:</a:t>
          </a:r>
          <a:r>
            <a:rPr lang="en-US" sz="1800" kern="1200" dirty="0"/>
            <a:t> Increased internalizing (anxiety/depression) and externalizing behaviors (aggression).</a:t>
          </a:r>
        </a:p>
      </dsp:txBody>
      <dsp:txXfrm>
        <a:off x="923599" y="1992620"/>
        <a:ext cx="2843490" cy="1706094"/>
      </dsp:txXfrm>
    </dsp:sp>
    <dsp:sp modelId="{105F1DAD-8462-43A2-ACD7-B8EEE3CDEB6C}">
      <dsp:nvSpPr>
        <dsp:cNvPr id="0" name=""/>
        <dsp:cNvSpPr/>
      </dsp:nvSpPr>
      <dsp:spPr>
        <a:xfrm>
          <a:off x="4051439" y="1992620"/>
          <a:ext cx="2843490" cy="1706094"/>
        </a:xfrm>
        <a:prstGeom prst="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US" sz="1800" b="1" kern="1200" dirty="0"/>
            <a:t>Developmental Regression:</a:t>
          </a:r>
          <a:r>
            <a:rPr lang="en-US" sz="1800" kern="1200" dirty="0"/>
            <a:t> Loss of previously acquired skills, such as verbal skills. </a:t>
          </a:r>
        </a:p>
      </dsp:txBody>
      <dsp:txXfrm>
        <a:off x="4051439" y="1992620"/>
        <a:ext cx="2843490" cy="1706094"/>
      </dsp:txXfrm>
    </dsp:sp>
    <dsp:sp modelId="{0FBE07C0-4E0E-4F9F-B4F2-2D8E09A359E7}">
      <dsp:nvSpPr>
        <dsp:cNvPr id="0" name=""/>
        <dsp:cNvSpPr/>
      </dsp:nvSpPr>
      <dsp:spPr>
        <a:xfrm>
          <a:off x="7179279" y="1992620"/>
          <a:ext cx="2843490" cy="1706094"/>
        </a:xfrm>
        <a:prstGeom prst="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US" sz="1800" b="1" kern="1200" dirty="0"/>
            <a:t>Somatic Complaints:</a:t>
          </a:r>
          <a:r>
            <a:rPr lang="en-US" sz="1800" kern="1200" dirty="0"/>
            <a:t> Frequent stomach aches or headaches with no physical cause.</a:t>
          </a:r>
        </a:p>
      </dsp:txBody>
      <dsp:txXfrm>
        <a:off x="7179279" y="1992620"/>
        <a:ext cx="2843490" cy="1706094"/>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EF4CD0A-3D7C-4366-B5DE-7B64E9D28DDA}">
      <dsp:nvSpPr>
        <dsp:cNvPr id="0" name=""/>
        <dsp:cNvSpPr/>
      </dsp:nvSpPr>
      <dsp:spPr>
        <a:xfrm>
          <a:off x="0" y="2455"/>
          <a:ext cx="6144767" cy="0"/>
        </a:xfrm>
        <a:prstGeom prst="line">
          <a:avLst/>
        </a:prstGeom>
        <a:solidFill>
          <a:schemeClr val="dk2">
            <a:hueOff val="0"/>
            <a:satOff val="0"/>
            <a:lumOff val="0"/>
            <a:alphaOff val="0"/>
          </a:schemeClr>
        </a:solidFill>
        <a:ln w="19050" cap="flat" cmpd="sng" algn="ctr">
          <a:solidFill>
            <a:schemeClr val="dk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E801E121-3C44-4E32-AB91-2CEE3EC40A39}">
      <dsp:nvSpPr>
        <dsp:cNvPr id="0" name=""/>
        <dsp:cNvSpPr/>
      </dsp:nvSpPr>
      <dsp:spPr>
        <a:xfrm>
          <a:off x="0" y="2455"/>
          <a:ext cx="6144767" cy="167476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9060" tIns="99060" rIns="99060" bIns="99060" numCol="1" spcCol="1270" anchor="t" anchorCtr="0">
          <a:noAutofit/>
        </a:bodyPr>
        <a:lstStyle/>
        <a:p>
          <a:pPr marL="0" lvl="0" indent="0" algn="l" defTabSz="1155700">
            <a:lnSpc>
              <a:spcPct val="90000"/>
            </a:lnSpc>
            <a:spcBef>
              <a:spcPct val="0"/>
            </a:spcBef>
            <a:spcAft>
              <a:spcPct val="35000"/>
            </a:spcAft>
            <a:buNone/>
          </a:pPr>
          <a:r>
            <a:rPr lang="en-US" sz="2600" b="1" kern="1200" dirty="0"/>
            <a:t>Distorted Beliefs:</a:t>
          </a:r>
          <a:r>
            <a:rPr lang="en-US" sz="2600" kern="1200" dirty="0"/>
            <a:t> Development of persistent, distorted negative beliefs about oneself or the world (e.g., "I am bad" or "The world is dangerous").</a:t>
          </a:r>
        </a:p>
      </dsp:txBody>
      <dsp:txXfrm>
        <a:off x="0" y="2455"/>
        <a:ext cx="6144767" cy="1674762"/>
      </dsp:txXfrm>
    </dsp:sp>
    <dsp:sp modelId="{050D4200-08A5-40DC-A600-C67FF51D4A2D}">
      <dsp:nvSpPr>
        <dsp:cNvPr id="0" name=""/>
        <dsp:cNvSpPr/>
      </dsp:nvSpPr>
      <dsp:spPr>
        <a:xfrm>
          <a:off x="0" y="1677218"/>
          <a:ext cx="6144767" cy="0"/>
        </a:xfrm>
        <a:prstGeom prst="line">
          <a:avLst/>
        </a:prstGeom>
        <a:solidFill>
          <a:schemeClr val="dk2">
            <a:hueOff val="0"/>
            <a:satOff val="0"/>
            <a:lumOff val="0"/>
            <a:alphaOff val="0"/>
          </a:schemeClr>
        </a:solidFill>
        <a:ln w="19050" cap="flat" cmpd="sng" algn="ctr">
          <a:solidFill>
            <a:schemeClr val="dk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0DDB76F7-AE9E-400C-A092-EFFA3E4FA726}">
      <dsp:nvSpPr>
        <dsp:cNvPr id="0" name=""/>
        <dsp:cNvSpPr/>
      </dsp:nvSpPr>
      <dsp:spPr>
        <a:xfrm>
          <a:off x="0" y="1677218"/>
          <a:ext cx="6144767" cy="167476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9060" tIns="99060" rIns="99060" bIns="99060" numCol="1" spcCol="1270" anchor="t" anchorCtr="0">
          <a:noAutofit/>
        </a:bodyPr>
        <a:lstStyle/>
        <a:p>
          <a:pPr marL="0" lvl="0" indent="0" algn="l" defTabSz="1155700">
            <a:lnSpc>
              <a:spcPct val="90000"/>
            </a:lnSpc>
            <a:spcBef>
              <a:spcPct val="0"/>
            </a:spcBef>
            <a:spcAft>
              <a:spcPct val="35000"/>
            </a:spcAft>
            <a:buNone/>
          </a:pPr>
          <a:r>
            <a:rPr lang="en-US" sz="2600" b="1" kern="1200" dirty="0"/>
            <a:t>Impaired Mentalizing:</a:t>
          </a:r>
          <a:r>
            <a:rPr lang="en-US" sz="2600" kern="1200" dirty="0"/>
            <a:t> Difficulty interpreting social cues or making inferences about the internal states of others.</a:t>
          </a:r>
        </a:p>
      </dsp:txBody>
      <dsp:txXfrm>
        <a:off x="0" y="1677218"/>
        <a:ext cx="6144767" cy="1674762"/>
      </dsp:txXfrm>
    </dsp:sp>
    <dsp:sp modelId="{72C724D7-1C8F-4F60-9CD0-EFB79CBD323B}">
      <dsp:nvSpPr>
        <dsp:cNvPr id="0" name=""/>
        <dsp:cNvSpPr/>
      </dsp:nvSpPr>
      <dsp:spPr>
        <a:xfrm>
          <a:off x="0" y="3351981"/>
          <a:ext cx="6144767" cy="0"/>
        </a:xfrm>
        <a:prstGeom prst="line">
          <a:avLst/>
        </a:prstGeom>
        <a:solidFill>
          <a:schemeClr val="dk2">
            <a:hueOff val="0"/>
            <a:satOff val="0"/>
            <a:lumOff val="0"/>
            <a:alphaOff val="0"/>
          </a:schemeClr>
        </a:solidFill>
        <a:ln w="19050" cap="flat" cmpd="sng" algn="ctr">
          <a:solidFill>
            <a:schemeClr val="dk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469FE41D-A8C1-48D0-8122-15A1B1D5637F}">
      <dsp:nvSpPr>
        <dsp:cNvPr id="0" name=""/>
        <dsp:cNvSpPr/>
      </dsp:nvSpPr>
      <dsp:spPr>
        <a:xfrm>
          <a:off x="0" y="3351981"/>
          <a:ext cx="6144767" cy="167476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9060" tIns="99060" rIns="99060" bIns="99060" numCol="1" spcCol="1270" anchor="t" anchorCtr="0">
          <a:noAutofit/>
        </a:bodyPr>
        <a:lstStyle/>
        <a:p>
          <a:pPr marL="0" lvl="0" indent="0" algn="l" defTabSz="1155700">
            <a:lnSpc>
              <a:spcPct val="90000"/>
            </a:lnSpc>
            <a:spcBef>
              <a:spcPct val="0"/>
            </a:spcBef>
            <a:spcAft>
              <a:spcPct val="35000"/>
            </a:spcAft>
            <a:buNone/>
          </a:pPr>
          <a:r>
            <a:rPr lang="en-US" sz="2600" b="1" kern="1200" dirty="0"/>
            <a:t>Hypervigilance:</a:t>
          </a:r>
          <a:r>
            <a:rPr lang="en-US" sz="2600" kern="1200" dirty="0"/>
            <a:t> Constantly looking for threats, leading to misinterpretation of ambiguous social interactions as aggressive. </a:t>
          </a:r>
        </a:p>
      </dsp:txBody>
      <dsp:txXfrm>
        <a:off x="0" y="3351981"/>
        <a:ext cx="6144767" cy="1674762"/>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05C2C32-0F42-4720-A485-F61987984C19}">
      <dsp:nvSpPr>
        <dsp:cNvPr id="0" name=""/>
        <dsp:cNvSpPr/>
      </dsp:nvSpPr>
      <dsp:spPr>
        <a:xfrm>
          <a:off x="0" y="2625"/>
          <a:ext cx="6620255" cy="0"/>
        </a:xfrm>
        <a:prstGeom prst="line">
          <a:avLst/>
        </a:prstGeom>
        <a:solidFill>
          <a:schemeClr val="accent3">
            <a:hueOff val="0"/>
            <a:satOff val="0"/>
            <a:lumOff val="0"/>
            <a:alphaOff val="0"/>
          </a:schemeClr>
        </a:solidFill>
        <a:ln w="19050" cap="flat" cmpd="sng" algn="ctr">
          <a:solidFill>
            <a:schemeClr val="accent3">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402C3631-C05D-4001-A786-5BF93C6D024B}">
      <dsp:nvSpPr>
        <dsp:cNvPr id="0" name=""/>
        <dsp:cNvSpPr/>
      </dsp:nvSpPr>
      <dsp:spPr>
        <a:xfrm>
          <a:off x="0" y="2625"/>
          <a:ext cx="6620255" cy="179047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6680" tIns="106680" rIns="106680" bIns="106680" numCol="1" spcCol="1270" anchor="t" anchorCtr="0">
          <a:noAutofit/>
        </a:bodyPr>
        <a:lstStyle/>
        <a:p>
          <a:pPr marL="0" lvl="0" indent="0" algn="l" defTabSz="1244600">
            <a:lnSpc>
              <a:spcPct val="90000"/>
            </a:lnSpc>
            <a:spcBef>
              <a:spcPct val="0"/>
            </a:spcBef>
            <a:spcAft>
              <a:spcPct val="35000"/>
            </a:spcAft>
            <a:buNone/>
          </a:pPr>
          <a:r>
            <a:rPr lang="en-US" sz="2800" b="1" kern="1200" dirty="0"/>
            <a:t>Insecure/Disorganized Attachment:</a:t>
          </a:r>
          <a:r>
            <a:rPr lang="en-US" sz="2800" kern="1200" dirty="0"/>
            <a:t> Children with insecure attachment patterns show higher levels of anxiety and depression .</a:t>
          </a:r>
        </a:p>
      </dsp:txBody>
      <dsp:txXfrm>
        <a:off x="0" y="2625"/>
        <a:ext cx="6620255" cy="1790473"/>
      </dsp:txXfrm>
    </dsp:sp>
    <dsp:sp modelId="{78FEF747-E70E-433F-AD66-B712ACEDBADC}">
      <dsp:nvSpPr>
        <dsp:cNvPr id="0" name=""/>
        <dsp:cNvSpPr/>
      </dsp:nvSpPr>
      <dsp:spPr>
        <a:xfrm>
          <a:off x="0" y="1793099"/>
          <a:ext cx="6620255" cy="0"/>
        </a:xfrm>
        <a:prstGeom prst="line">
          <a:avLst/>
        </a:prstGeom>
        <a:solidFill>
          <a:schemeClr val="accent3">
            <a:hueOff val="0"/>
            <a:satOff val="0"/>
            <a:lumOff val="0"/>
            <a:alphaOff val="0"/>
          </a:schemeClr>
        </a:solidFill>
        <a:ln w="19050" cap="flat" cmpd="sng" algn="ctr">
          <a:solidFill>
            <a:schemeClr val="accent3">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A41FF18C-D5D6-4BDF-859C-183AAFA5E78C}">
      <dsp:nvSpPr>
        <dsp:cNvPr id="0" name=""/>
        <dsp:cNvSpPr/>
      </dsp:nvSpPr>
      <dsp:spPr>
        <a:xfrm>
          <a:off x="0" y="1793099"/>
          <a:ext cx="6620255" cy="179047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6680" tIns="106680" rIns="106680" bIns="106680" numCol="1" spcCol="1270" anchor="t" anchorCtr="0">
          <a:noAutofit/>
        </a:bodyPr>
        <a:lstStyle/>
        <a:p>
          <a:pPr marL="0" lvl="0" indent="0" algn="l" defTabSz="1244600">
            <a:lnSpc>
              <a:spcPct val="90000"/>
            </a:lnSpc>
            <a:spcBef>
              <a:spcPct val="0"/>
            </a:spcBef>
            <a:spcAft>
              <a:spcPct val="35000"/>
            </a:spcAft>
            <a:buNone/>
          </a:pPr>
          <a:r>
            <a:rPr lang="en-US" sz="2800" b="1" kern="1200" dirty="0"/>
            <a:t>Parental PTSD: </a:t>
          </a:r>
          <a:r>
            <a:rPr lang="en-US" sz="2800" kern="1200" dirty="0"/>
            <a:t>A parent’s own PTSD symptoms can prevent them from responding sensitively to their child’s distress, hindering recovery.</a:t>
          </a:r>
        </a:p>
      </dsp:txBody>
      <dsp:txXfrm>
        <a:off x="0" y="1793099"/>
        <a:ext cx="6620255" cy="1790473"/>
      </dsp:txXfrm>
    </dsp:sp>
    <dsp:sp modelId="{423A7EF9-3A4F-4277-B3B7-3F614B9CADD3}">
      <dsp:nvSpPr>
        <dsp:cNvPr id="0" name=""/>
        <dsp:cNvSpPr/>
      </dsp:nvSpPr>
      <dsp:spPr>
        <a:xfrm>
          <a:off x="0" y="3583572"/>
          <a:ext cx="6620255" cy="0"/>
        </a:xfrm>
        <a:prstGeom prst="line">
          <a:avLst/>
        </a:prstGeom>
        <a:solidFill>
          <a:schemeClr val="accent3">
            <a:hueOff val="0"/>
            <a:satOff val="0"/>
            <a:lumOff val="0"/>
            <a:alphaOff val="0"/>
          </a:schemeClr>
        </a:solidFill>
        <a:ln w="19050" cap="flat" cmpd="sng" algn="ctr">
          <a:solidFill>
            <a:schemeClr val="accent3">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F02FCC8B-9A8B-45D2-8661-1375ED56B8B6}">
      <dsp:nvSpPr>
        <dsp:cNvPr id="0" name=""/>
        <dsp:cNvSpPr/>
      </dsp:nvSpPr>
      <dsp:spPr>
        <a:xfrm>
          <a:off x="0" y="3583572"/>
          <a:ext cx="6620255" cy="179047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6680" tIns="106680" rIns="106680" bIns="106680" numCol="1" spcCol="1270" anchor="t" anchorCtr="0">
          <a:noAutofit/>
        </a:bodyPr>
        <a:lstStyle/>
        <a:p>
          <a:pPr marL="0" lvl="0" indent="0" algn="l" defTabSz="1244600">
            <a:lnSpc>
              <a:spcPct val="90000"/>
            </a:lnSpc>
            <a:spcBef>
              <a:spcPct val="0"/>
            </a:spcBef>
            <a:spcAft>
              <a:spcPct val="35000"/>
            </a:spcAft>
            <a:buNone/>
          </a:pPr>
          <a:r>
            <a:rPr lang="en-US" sz="2800" b="1" kern="1200" dirty="0"/>
            <a:t>“Passing PTSD On”: </a:t>
          </a:r>
          <a:r>
            <a:rPr lang="en-US" sz="2800" b="0" kern="1200" dirty="0"/>
            <a:t>Children may learn maladapting behaviors from traumatized parents, </a:t>
          </a:r>
          <a:r>
            <a:rPr lang="en-US" sz="2800" b="0" kern="1200"/>
            <a:t>perpetuating the cycle.</a:t>
          </a:r>
          <a:endParaRPr lang="en-US" sz="2800" b="1" kern="1200" dirty="0"/>
        </a:p>
      </dsp:txBody>
      <dsp:txXfrm>
        <a:off x="0" y="3583572"/>
        <a:ext cx="6620255" cy="1790473"/>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D26A799-C5DF-437E-B6C6-713A476FA13A}">
      <dsp:nvSpPr>
        <dsp:cNvPr id="0" name=""/>
        <dsp:cNvSpPr/>
      </dsp:nvSpPr>
      <dsp:spPr>
        <a:xfrm>
          <a:off x="0" y="43731"/>
          <a:ext cx="5157216" cy="503685"/>
        </a:xfrm>
        <a:prstGeom prst="roundRect">
          <a:avLst/>
        </a:prstGeom>
        <a:solidFill>
          <a:schemeClr val="accent3">
            <a:hueOff val="0"/>
            <a:satOff val="0"/>
            <a:lumOff val="0"/>
            <a:alphaOff val="0"/>
          </a:schemeClr>
        </a:solidFill>
        <a:ln w="2540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l" defTabSz="933450">
            <a:lnSpc>
              <a:spcPct val="90000"/>
            </a:lnSpc>
            <a:spcBef>
              <a:spcPct val="0"/>
            </a:spcBef>
            <a:spcAft>
              <a:spcPct val="35000"/>
            </a:spcAft>
            <a:buNone/>
          </a:pPr>
          <a:r>
            <a:rPr lang="en-US" sz="2100" b="1" kern="1200"/>
            <a:t>System Approach:</a:t>
          </a:r>
          <a:endParaRPr lang="en-US" sz="2100" kern="1200"/>
        </a:p>
      </dsp:txBody>
      <dsp:txXfrm>
        <a:off x="24588" y="68319"/>
        <a:ext cx="5108040" cy="454509"/>
      </dsp:txXfrm>
    </dsp:sp>
    <dsp:sp modelId="{29F3BC02-CFB1-470F-BCAD-4858B349FABE}">
      <dsp:nvSpPr>
        <dsp:cNvPr id="0" name=""/>
        <dsp:cNvSpPr/>
      </dsp:nvSpPr>
      <dsp:spPr>
        <a:xfrm>
          <a:off x="0" y="547416"/>
          <a:ext cx="5157216" cy="147798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63742" tIns="26670" rIns="149352" bIns="26670" numCol="1" spcCol="1270" anchor="t" anchorCtr="0">
          <a:noAutofit/>
        </a:bodyPr>
        <a:lstStyle/>
        <a:p>
          <a:pPr marL="171450" lvl="1" indent="-171450" algn="l" defTabSz="711200">
            <a:lnSpc>
              <a:spcPct val="90000"/>
            </a:lnSpc>
            <a:spcBef>
              <a:spcPct val="0"/>
            </a:spcBef>
            <a:spcAft>
              <a:spcPct val="20000"/>
            </a:spcAft>
            <a:buChar char="•"/>
          </a:pPr>
          <a:r>
            <a:rPr lang="en-US" sz="1600" kern="1200" dirty="0"/>
            <a:t>Effective care requires collaboration between educators, parents, and community health services. </a:t>
          </a:r>
        </a:p>
        <a:p>
          <a:pPr marL="171450" lvl="1" indent="-171450" algn="l" defTabSz="711200">
            <a:lnSpc>
              <a:spcPct val="90000"/>
            </a:lnSpc>
            <a:spcBef>
              <a:spcPct val="0"/>
            </a:spcBef>
            <a:spcAft>
              <a:spcPct val="20000"/>
            </a:spcAft>
            <a:buChar char="•"/>
          </a:pPr>
          <a:r>
            <a:rPr lang="en-US" sz="1600" kern="1200" dirty="0"/>
            <a:t>Focus on building resilience by strengthening the child's social environment.</a:t>
          </a:r>
        </a:p>
        <a:p>
          <a:pPr marL="171450" lvl="1" indent="-171450" algn="l" defTabSz="711200">
            <a:lnSpc>
              <a:spcPct val="90000"/>
            </a:lnSpc>
            <a:spcBef>
              <a:spcPct val="0"/>
            </a:spcBef>
            <a:spcAft>
              <a:spcPct val="20000"/>
            </a:spcAft>
            <a:buChar char="•"/>
          </a:pPr>
          <a:r>
            <a:rPr lang="en-US" sz="1600" kern="1200" dirty="0"/>
            <a:t>Early intervention is key to preventing long-term physical and mental health consequences.</a:t>
          </a:r>
        </a:p>
      </dsp:txBody>
      <dsp:txXfrm>
        <a:off x="0" y="547416"/>
        <a:ext cx="5157216" cy="1477980"/>
      </dsp:txXfrm>
    </dsp:sp>
    <dsp:sp modelId="{CA959315-6F16-400E-AB0C-FD95832DF52D}">
      <dsp:nvSpPr>
        <dsp:cNvPr id="0" name=""/>
        <dsp:cNvSpPr/>
      </dsp:nvSpPr>
      <dsp:spPr>
        <a:xfrm>
          <a:off x="0" y="2025396"/>
          <a:ext cx="5157216" cy="503685"/>
        </a:xfrm>
        <a:prstGeom prst="roundRect">
          <a:avLst/>
        </a:prstGeom>
        <a:solidFill>
          <a:schemeClr val="accent3">
            <a:hueOff val="0"/>
            <a:satOff val="0"/>
            <a:lumOff val="0"/>
            <a:alphaOff val="0"/>
          </a:schemeClr>
        </a:solidFill>
        <a:ln w="2540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l" defTabSz="933450">
            <a:lnSpc>
              <a:spcPct val="90000"/>
            </a:lnSpc>
            <a:spcBef>
              <a:spcPct val="0"/>
            </a:spcBef>
            <a:spcAft>
              <a:spcPct val="35000"/>
            </a:spcAft>
            <a:buNone/>
          </a:pPr>
          <a:r>
            <a:rPr lang="en-US" sz="2100" b="1" kern="1200"/>
            <a:t>Conclusion:</a:t>
          </a:r>
          <a:endParaRPr lang="en-US" sz="2100" kern="1200"/>
        </a:p>
      </dsp:txBody>
      <dsp:txXfrm>
        <a:off x="24588" y="2049984"/>
        <a:ext cx="5108040" cy="454509"/>
      </dsp:txXfrm>
    </dsp:sp>
    <dsp:sp modelId="{DA278219-430F-4EBF-AC9D-4F20E0990119}">
      <dsp:nvSpPr>
        <dsp:cNvPr id="0" name=""/>
        <dsp:cNvSpPr/>
      </dsp:nvSpPr>
      <dsp:spPr>
        <a:xfrm>
          <a:off x="0" y="2529081"/>
          <a:ext cx="5157216" cy="147798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63742" tIns="26670" rIns="149352" bIns="26670" numCol="1" spcCol="1270" anchor="t" anchorCtr="0">
          <a:noAutofit/>
        </a:bodyPr>
        <a:lstStyle/>
        <a:p>
          <a:pPr marL="171450" lvl="1" indent="-171450" algn="l" defTabSz="711200">
            <a:lnSpc>
              <a:spcPct val="90000"/>
            </a:lnSpc>
            <a:spcBef>
              <a:spcPct val="0"/>
            </a:spcBef>
            <a:spcAft>
              <a:spcPct val="20000"/>
            </a:spcAft>
            <a:buChar char="•"/>
          </a:pPr>
          <a:r>
            <a:rPr lang="en-US" sz="1600" kern="1200" dirty="0"/>
            <a:t>Childhood PTSD is a profound, yet treatable, condition.</a:t>
          </a:r>
        </a:p>
        <a:p>
          <a:pPr marL="171450" lvl="1" indent="-171450" algn="l" defTabSz="711200">
            <a:lnSpc>
              <a:spcPct val="90000"/>
            </a:lnSpc>
            <a:spcBef>
              <a:spcPct val="0"/>
            </a:spcBef>
            <a:spcAft>
              <a:spcPct val="20000"/>
            </a:spcAft>
            <a:buChar char="•"/>
          </a:pPr>
          <a:r>
            <a:rPr lang="en-US" sz="1600" kern="1200" dirty="0"/>
            <a:t>Educators and families play an equally vital role in recovery.</a:t>
          </a:r>
        </a:p>
        <a:p>
          <a:pPr marL="171450" lvl="1" indent="-171450" algn="l" defTabSz="711200">
            <a:lnSpc>
              <a:spcPct val="90000"/>
            </a:lnSpc>
            <a:spcBef>
              <a:spcPct val="0"/>
            </a:spcBef>
            <a:spcAft>
              <a:spcPct val="20000"/>
            </a:spcAft>
            <a:buChar char="•"/>
          </a:pPr>
          <a:r>
            <a:rPr lang="en-US" sz="1600" kern="1200" dirty="0"/>
            <a:t>By focusing on safety, relationships, and predictable care, we can help children thrive.</a:t>
          </a:r>
        </a:p>
      </dsp:txBody>
      <dsp:txXfrm>
        <a:off x="0" y="2529081"/>
        <a:ext cx="5157216" cy="1477980"/>
      </dsp:txXfrm>
    </dsp:sp>
  </dsp:spTree>
</dsp:drawing>
</file>

<file path=ppt/diagrams/layout1.xml><?xml version="1.0" encoding="utf-8"?>
<dgm:layoutDef xmlns:dgm="http://schemas.openxmlformats.org/drawingml/2006/diagram" xmlns:a="http://schemas.openxmlformats.org/drawingml/2006/main" uniqueId="urn:microsoft.com/office/officeart/2005/8/layout/chevron2">
  <dgm:title val=""/>
  <dgm:desc val=""/>
  <dgm:catLst>
    <dgm:cat type="process" pri="12000"/>
    <dgm:cat type="list" pri="16000"/>
    <dgm:cat type="convert" pri="11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Lst>
      <dgm:cxnLst>
        <dgm:cxn modelId="4" srcId="0" destId="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linearFlow">
    <dgm:varLst>
      <dgm:dir/>
      <dgm:animLvl val="lvl"/>
      <dgm:resizeHandles val="exact"/>
    </dgm:varLst>
    <dgm:alg type="lin">
      <dgm:param type="linDir" val="fromT"/>
      <dgm:param type="nodeHorzAlign" val="l"/>
    </dgm:alg>
    <dgm:shape xmlns:r="http://schemas.openxmlformats.org/officeDocument/2006/relationships" r:blip="">
      <dgm:adjLst/>
    </dgm:shape>
    <dgm:presOf/>
    <dgm:constrLst>
      <dgm:constr type="h" for="ch" forName="composite" refType="h"/>
      <dgm:constr type="w" for="ch" forName="composite" refType="w"/>
      <dgm:constr type="h" for="des" forName="parentText" op="equ"/>
      <dgm:constr type="h" for="ch" forName="sp" val="-14.88"/>
      <dgm:constr type="h" for="ch" forName="sp" refType="w" refFor="des" refForName="parentText" op="gte" fact="-0.3"/>
      <dgm:constr type="primFontSz" for="des" forName="parentText" op="equ" val="65"/>
      <dgm:constr type="primFontSz" for="des" forName="descendantText" op="equ" val="65"/>
    </dgm:constrLst>
    <dgm:ruleLst/>
    <dgm:forEach name="Name0" axis="ch" ptType="node">
      <dgm:layoutNode name="composite">
        <dgm:alg type="composite"/>
        <dgm:shape xmlns:r="http://schemas.openxmlformats.org/officeDocument/2006/relationships" r:blip="">
          <dgm:adjLst/>
        </dgm:shape>
        <dgm:presOf/>
        <dgm:choose name="Name1">
          <dgm:if name="Name2" func="var" arg="dir" op="equ" val="norm">
            <dgm:constrLst>
              <dgm:constr type="t" for="ch" forName="parentText"/>
              <dgm:constr type="l" for="ch" forName="parentText"/>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refType="w" refFor="ch" refForName="pare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if>
          <dgm:else name="Name3">
            <dgm:constrLst>
              <dgm:constr type="t" for="ch" forName="parentText"/>
              <dgm:constr type="r" for="ch" forName="parentText" refType="w"/>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else>
        </dgm:choose>
        <dgm:ruleLst/>
        <dgm:layoutNode name="parentText" styleLbl="alignNode1">
          <dgm:varLst>
            <dgm:chMax val="1"/>
            <dgm:bulletEnabled val="1"/>
          </dgm:varLst>
          <dgm:alg type="tx"/>
          <dgm:shape xmlns:r="http://schemas.openxmlformats.org/officeDocument/2006/relationships" rot="90" type="chevron"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h" val="100" fact="NaN" max="NaN"/>
            <dgm:rule type="primFontSz" val="24" fact="NaN" max="NaN"/>
            <dgm:rule type="h" val="110" fact="NaN" max="NaN"/>
            <dgm:rule type="primFontSz" val="18" fact="NaN" max="NaN"/>
            <dgm:rule type="h" val="INF" fact="NaN" max="NaN"/>
            <dgm:rule type="primFontSz" val="5" fact="NaN" max="NaN"/>
          </dgm:ruleLst>
        </dgm:layoutNode>
        <dgm:layoutNode name="descendantText" styleLbl="alignAcc1">
          <dgm:varLst>
            <dgm:bulletEnabled val="1"/>
          </dgm:varLst>
          <dgm:choose name="Name4">
            <dgm:if name="Name5" func="var" arg="dir" op="equ" val="norm">
              <dgm:alg type="tx">
                <dgm:param type="stBulletLvl" val="1"/>
                <dgm:param type="txAnchorVertCh" val="mid"/>
              </dgm:alg>
              <dgm:shape xmlns:r="http://schemas.openxmlformats.org/officeDocument/2006/relationships" rot="90" type="round2SameRect" r:blip="">
                <dgm:adjLst/>
              </dgm:shape>
            </dgm:if>
            <dgm:else name="Name6">
              <dgm:alg type="tx">
                <dgm:param type="stBulletLvl" val="1"/>
                <dgm:param type="txAnchorVertCh" val="mid"/>
              </dgm:alg>
              <dgm:shape xmlns:r="http://schemas.openxmlformats.org/officeDocument/2006/relationships" rot="-90" type="round2SameRect" r:blip="">
                <dgm:adjLst/>
              </dgm:shape>
            </dgm:else>
          </dgm:choose>
          <dgm:presOf axis="des" ptType="node"/>
          <dgm:choose name="Name7">
            <dgm:if name="Name8" func="var" arg="dir" op="equ" val="norm">
              <dgm:constrLst>
                <dgm:constr type="secFontSz" refType="primFontSz"/>
                <dgm:constr type="tMarg" refType="primFontSz" fact="0.05"/>
                <dgm:constr type="bMarg" refType="primFontSz" fact="0.05"/>
                <dgm:constr type="rMarg" refType="primFontSz" fact="0.05"/>
              </dgm:constrLst>
            </dgm:if>
            <dgm:else name="Name9">
              <dgm:constrLst>
                <dgm:constr type="secFontSz" refType="primFontSz"/>
                <dgm:constr type="tMarg" refType="primFontSz" fact="0.05"/>
                <dgm:constr type="bMarg" refType="primFontSz" fact="0.05"/>
                <dgm:constr type="lMarg" refType="primFontSz" fact="0.05"/>
              </dgm:constrLst>
            </dgm:else>
          </dgm:choose>
          <dgm:ruleLst>
            <dgm:rule type="primFontSz" val="5" fact="NaN" max="NaN"/>
          </dgm:ruleLst>
        </dgm:layoutNode>
      </dgm:layoutNode>
      <dgm:forEach name="Name10" axis="followSib" ptType="sibTrans" cnt="1">
        <dgm:layoutNode name="sp">
          <dgm:alg type="sp"/>
          <dgm:shape xmlns:r="http://schemas.openxmlformats.org/officeDocument/2006/relationships" r:blip="">
            <dgm:adjLst/>
          </dgm:shape>
          <dgm:presOf axis="self"/>
          <dgm:constrLst>
            <dgm:constr type="w" val="1"/>
            <dgm:constr type="h" val="37.5"/>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layout3.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4.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layout5.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layout6.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7481B35-BCBD-40C8-AD8F-6F39968C2193}" type="datetimeFigureOut">
              <a:rPr lang="en-US" smtClean="0"/>
              <a:t>5/1/2026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BF34A72-F7BC-4322-8721-99C28FFE30D0}" type="slidenum">
              <a:rPr lang="en-US" smtClean="0"/>
              <a:t>‹#›</a:t>
            </a:fld>
            <a:endParaRPr lang="en-US"/>
          </a:p>
        </p:txBody>
      </p:sp>
    </p:spTree>
    <p:extLst>
      <p:ext uri="{BB962C8B-B14F-4D97-AF65-F5344CB8AC3E}">
        <p14:creationId xmlns:p14="http://schemas.microsoft.com/office/powerpoint/2010/main" val="220238468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Bierstadt" panose="020B0004020202020204" pitchFamily="34" charset="0"/>
                <a:ea typeface="+mn-ea"/>
                <a:cs typeface="+mn-cs"/>
              </a:rPr>
              <a:t>Hello everyone, when considering Posttraumatic Stress Disorder, or PTSD, it is common to associate it primarily with adults. However, trauma can impact individuals of all ages, including children as young as one year old. For children, trauma can significantly influence their daily lives, alter their developing minds, affect their behavior, and impair their sense of safety in the world. So, I am here today to present this crucial topic: 'Understanding and Supporting Children with Posttraumatic Stress Disorder (PTSD).</a:t>
            </a:r>
            <a:endParaRPr lang="en-US" dirty="0">
              <a:latin typeface="Bierstadt" panose="020B0004020202020204" pitchFamily="34" charset="0"/>
            </a:endParaRPr>
          </a:p>
        </p:txBody>
      </p:sp>
      <p:sp>
        <p:nvSpPr>
          <p:cNvPr id="4" name="Slide Number Placeholder 3"/>
          <p:cNvSpPr>
            <a:spLocks noGrp="1"/>
          </p:cNvSpPr>
          <p:nvPr>
            <p:ph type="sldNum" sz="quarter" idx="5"/>
          </p:nvPr>
        </p:nvSpPr>
        <p:spPr/>
        <p:txBody>
          <a:bodyPr/>
          <a:lstStyle/>
          <a:p>
            <a:fld id="{0BF34A72-F7BC-4322-8721-99C28FFE30D0}" type="slidenum">
              <a:rPr lang="en-US" smtClean="0"/>
              <a:t>1</a:t>
            </a:fld>
            <a:endParaRPr lang="en-US"/>
          </a:p>
        </p:txBody>
      </p:sp>
    </p:spTree>
    <p:extLst>
      <p:ext uri="{BB962C8B-B14F-4D97-AF65-F5344CB8AC3E}">
        <p14:creationId xmlns:p14="http://schemas.microsoft.com/office/powerpoint/2010/main" val="60625205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i="0" kern="1200" dirty="0">
                <a:solidFill>
                  <a:schemeClr val="tx1"/>
                </a:solidFill>
                <a:effectLst/>
                <a:latin typeface="Bierstadt" panose="020B0004020202020204" pitchFamily="34" charset="0"/>
                <a:ea typeface="+mn-ea"/>
                <a:cs typeface="+mn-cs"/>
              </a:rPr>
              <a:t>PTSD in children is not simply a matter of stress; it is a clinical condition that can impact a child's development. Our </a:t>
            </a:r>
            <a:r>
              <a:rPr lang="en-US" sz="1200" kern="1200" dirty="0">
                <a:solidFill>
                  <a:schemeClr val="tx1"/>
                </a:solidFill>
                <a:effectLst/>
                <a:latin typeface="Bierstadt" panose="020B0004020202020204" pitchFamily="34" charset="0"/>
                <a:ea typeface="+mn-ea"/>
                <a:cs typeface="+mn-cs"/>
              </a:rPr>
              <a:t>first objective is to clearly define Post-Traumatic Stress Disorder in children, moving beyond adult definitions to understand how trauma is uniquely presented at different developmental ages. Secondly, we will analyze </a:t>
            </a:r>
            <a:r>
              <a:rPr lang="en-US" dirty="0">
                <a:latin typeface="Bierstadt" panose="020B0004020202020204" pitchFamily="34" charset="0"/>
              </a:rPr>
              <a:t>the impact of PTSD on psychosocial health and social cognition. </a:t>
            </a:r>
            <a:r>
              <a:rPr lang="en-US" sz="1200" kern="1200" dirty="0">
                <a:solidFill>
                  <a:schemeClr val="tx1"/>
                </a:solidFill>
                <a:effectLst/>
                <a:latin typeface="Bierstadt" panose="020B0004020202020204" pitchFamily="34" charset="0"/>
                <a:ea typeface="+mn-ea"/>
                <a:cs typeface="+mn-cs"/>
              </a:rPr>
              <a:t>Thirdly, we will examine the critical role that relationships play—acting as either the biggest buffer for resilience or a barrier that hinders recovery. </a:t>
            </a:r>
          </a:p>
          <a:p>
            <a:r>
              <a:rPr lang="en-US" sz="1200" kern="1200" dirty="0">
                <a:solidFill>
                  <a:schemeClr val="tx1"/>
                </a:solidFill>
                <a:effectLst/>
                <a:latin typeface="Bierstadt" panose="020B0004020202020204" pitchFamily="34" charset="0"/>
                <a:ea typeface="+mn-ea"/>
                <a:cs typeface="+mn-cs"/>
              </a:rPr>
              <a:t>Finally, we will outline actionable, practical roles for health educators in creating a trauma-informed environment that fosters recovery.</a:t>
            </a:r>
          </a:p>
          <a:p>
            <a:r>
              <a:rPr lang="en-US" sz="1200" kern="1200" dirty="0">
                <a:solidFill>
                  <a:schemeClr val="tx1"/>
                </a:solidFill>
                <a:effectLst/>
                <a:latin typeface="Bierstadt" panose="020B0004020202020204" pitchFamily="34" charset="0"/>
                <a:ea typeface="+mn-ea"/>
                <a:cs typeface="+mn-cs"/>
              </a:rPr>
              <a:t> </a:t>
            </a:r>
          </a:p>
          <a:p>
            <a:endParaRPr lang="en-US" dirty="0"/>
          </a:p>
        </p:txBody>
      </p:sp>
      <p:sp>
        <p:nvSpPr>
          <p:cNvPr id="4" name="Slide Number Placeholder 3"/>
          <p:cNvSpPr>
            <a:spLocks noGrp="1"/>
          </p:cNvSpPr>
          <p:nvPr>
            <p:ph type="sldNum" sz="quarter" idx="5"/>
          </p:nvPr>
        </p:nvSpPr>
        <p:spPr/>
        <p:txBody>
          <a:bodyPr/>
          <a:lstStyle/>
          <a:p>
            <a:fld id="{0BF34A72-F7BC-4322-8721-99C28FFE30D0}" type="slidenum">
              <a:rPr lang="en-US" smtClean="0"/>
              <a:t>2</a:t>
            </a:fld>
            <a:endParaRPr lang="en-US"/>
          </a:p>
        </p:txBody>
      </p:sp>
    </p:spTree>
    <p:extLst>
      <p:ext uri="{BB962C8B-B14F-4D97-AF65-F5344CB8AC3E}">
        <p14:creationId xmlns:p14="http://schemas.microsoft.com/office/powerpoint/2010/main" val="309822142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Bierstadt" panose="020B0004020202020204" pitchFamily="34" charset="0"/>
                <a:ea typeface="+mn-ea"/>
                <a:cs typeface="+mn-cs"/>
              </a:rPr>
              <a:t>Let look at this case study together: A case is presented involving a 6-year-old child diagnosed with PTSD following three surgical procedures related to congenital cranial stenosis (Pfeiffer) syndrome. The child experienced multiple painful episodes due to the syndrome and subsequent post-surgical complications, leading to behavioral outbursts, hypervigilance, concentration difficulties, and irritability. Previously, the child had been diagnosed with attention deficit hyperactivity disorder (ADHD) and had been on stimulant medications for the past year; however, there was no significant improvement in behavior despite increased dosages. A review of the child's medical and psychiatric history led to a diagnosis of pediatric PTSD. Stimulant medications were discontinued, and treatment was initiated based on pediatric PTSD protocols, resulting in a significant improvement in the child's psychiatric condition (Tahir et al., 2017).</a:t>
            </a:r>
            <a:endParaRPr lang="en-US" dirty="0">
              <a:latin typeface="Bierstadt" panose="020B0004020202020204" pitchFamily="34" charset="0"/>
            </a:endParaRPr>
          </a:p>
        </p:txBody>
      </p:sp>
      <p:sp>
        <p:nvSpPr>
          <p:cNvPr id="4" name="Slide Number Placeholder 3"/>
          <p:cNvSpPr>
            <a:spLocks noGrp="1"/>
          </p:cNvSpPr>
          <p:nvPr>
            <p:ph type="sldNum" sz="quarter" idx="5"/>
          </p:nvPr>
        </p:nvSpPr>
        <p:spPr/>
        <p:txBody>
          <a:bodyPr/>
          <a:lstStyle/>
          <a:p>
            <a:fld id="{0BF34A72-F7BC-4322-8721-99C28FFE30D0}" type="slidenum">
              <a:rPr lang="en-US" smtClean="0"/>
              <a:t>3</a:t>
            </a:fld>
            <a:endParaRPr lang="en-US"/>
          </a:p>
        </p:txBody>
      </p:sp>
    </p:spTree>
    <p:extLst>
      <p:ext uri="{BB962C8B-B14F-4D97-AF65-F5344CB8AC3E}">
        <p14:creationId xmlns:p14="http://schemas.microsoft.com/office/powerpoint/2010/main" val="320758199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i="0" kern="1200" dirty="0">
                <a:solidFill>
                  <a:schemeClr val="tx1"/>
                </a:solidFill>
                <a:effectLst/>
                <a:latin typeface="Bierstadt" panose="020B0004020202020204" pitchFamily="34" charset="0"/>
                <a:ea typeface="+mn-ea"/>
                <a:cs typeface="+mn-cs"/>
              </a:rPr>
              <a:t>Children can encounter stressful events that impact their thoughts and emotions. Generally, they tend to recover quickly and effectively. However, in some cases, those facing significant stress, such as </a:t>
            </a:r>
            <a:r>
              <a:rPr lang="en-US" dirty="0">
                <a:latin typeface="Bierstadt" panose="020B0004020202020204" pitchFamily="34" charset="0"/>
              </a:rPr>
              <a:t>injuries, accidents, death, abuse, physical and sexual violence, disasters, or ongoing painful episodes due to illnesses, their complication or treatment processes</a:t>
            </a:r>
            <a:r>
              <a:rPr lang="en-US" sz="1200" b="0" i="0" kern="1200" dirty="0">
                <a:solidFill>
                  <a:schemeClr val="tx1"/>
                </a:solidFill>
                <a:effectLst/>
                <a:latin typeface="Bierstadt" panose="020B0004020202020204" pitchFamily="34" charset="0"/>
                <a:ea typeface="+mn-ea"/>
                <a:cs typeface="+mn-cs"/>
              </a:rPr>
              <a:t>. A child might experience this trauma firsthand or may see it occurring to another individual. When children exhibit long-lasting symptoms (persisting beyond one month) from such stress, which cause distress or disrupt their relationships and activities, they might be diagnosed with post-traumatic stress disorder (PTSD) (CDC, 2025).</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Bierstadt" panose="020B0004020202020204" pitchFamily="34" charset="0"/>
                <a:ea typeface="+mn-ea"/>
                <a:cs typeface="+mn-cs"/>
              </a:rPr>
              <a:t>While many children experience scary events, a significant portion—up to 15% in some studies—develop PTSD. It is crucial to recognize that trauma exposure is varied, and early identification is key to preventing long-term damage. The symptoms are likely including r</a:t>
            </a:r>
            <a:r>
              <a:rPr lang="en-US" dirty="0">
                <a:latin typeface="Bierstadt" panose="020B0004020202020204" pitchFamily="34" charset="0"/>
              </a:rPr>
              <a:t>e-experiencing (flashbacks), avoidance (detachment), negative alterations in mood/cognition, and hyperarousal (jumpy/fearful). </a:t>
            </a:r>
            <a:r>
              <a:rPr lang="en-US" sz="1200" kern="1200" dirty="0">
                <a:solidFill>
                  <a:schemeClr val="tx1"/>
                </a:solidFill>
                <a:effectLst/>
                <a:latin typeface="Bierstadt" panose="020B0004020202020204" pitchFamily="34" charset="0"/>
                <a:ea typeface="+mn-ea"/>
                <a:cs typeface="+mn-cs"/>
              </a:rPr>
              <a:t>It is important to understand that PTSD in kids doesn't always look like it does in adults. C</a:t>
            </a:r>
            <a:r>
              <a:rPr lang="en-US" dirty="0"/>
              <a:t>hildren may express trauma through repetitive play, behavioral regression, or extreme temper tantrums. For instance, </a:t>
            </a:r>
            <a:r>
              <a:rPr lang="en-US" sz="1200" kern="1200" dirty="0">
                <a:solidFill>
                  <a:schemeClr val="tx1"/>
                </a:solidFill>
                <a:effectLst/>
                <a:latin typeface="Bierstadt" panose="020B0004020202020204" pitchFamily="34" charset="0"/>
                <a:ea typeface="+mn-ea"/>
                <a:cs typeface="+mn-cs"/>
              </a:rPr>
              <a:t>a toddler might not tell you they have a nightmare, but you might see them re-enacting a terrifying moment through their play or suddenly having intense, uncontrollable tantrums </a:t>
            </a:r>
            <a:r>
              <a:rPr lang="en-US" sz="1200" b="0" i="0" kern="1200" dirty="0">
                <a:solidFill>
                  <a:schemeClr val="tx1"/>
                </a:solidFill>
                <a:effectLst/>
                <a:latin typeface="+mn-lt"/>
                <a:ea typeface="+mn-ea"/>
                <a:cs typeface="+mn-cs"/>
              </a:rPr>
              <a:t>(Fariba &amp; Gupta, 2024).</a:t>
            </a:r>
            <a:endParaRPr lang="en-US" sz="1200" b="0" i="0" kern="1200" dirty="0">
              <a:solidFill>
                <a:schemeClr val="tx1"/>
              </a:solidFill>
              <a:effectLst/>
              <a:latin typeface="Bierstadt" panose="020B0004020202020204" pitchFamily="34" charset="0"/>
              <a:ea typeface="+mn-ea"/>
              <a:cs typeface="+mn-cs"/>
            </a:endParaRPr>
          </a:p>
          <a:p>
            <a:endParaRPr lang="en-US" dirty="0"/>
          </a:p>
        </p:txBody>
      </p:sp>
      <p:sp>
        <p:nvSpPr>
          <p:cNvPr id="4" name="Slide Number Placeholder 3"/>
          <p:cNvSpPr>
            <a:spLocks noGrp="1"/>
          </p:cNvSpPr>
          <p:nvPr>
            <p:ph type="sldNum" sz="quarter" idx="5"/>
          </p:nvPr>
        </p:nvSpPr>
        <p:spPr/>
        <p:txBody>
          <a:bodyPr/>
          <a:lstStyle/>
          <a:p>
            <a:fld id="{0BF34A72-F7BC-4322-8721-99C28FFE30D0}" type="slidenum">
              <a:rPr lang="en-US" smtClean="0"/>
              <a:t>4</a:t>
            </a:fld>
            <a:endParaRPr lang="en-US"/>
          </a:p>
        </p:txBody>
      </p:sp>
    </p:spTree>
    <p:extLst>
      <p:ext uri="{BB962C8B-B14F-4D97-AF65-F5344CB8AC3E}">
        <p14:creationId xmlns:p14="http://schemas.microsoft.com/office/powerpoint/2010/main" val="135238057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Bierstadt" panose="020B0004020202020204" pitchFamily="34" charset="0"/>
                <a:ea typeface="+mn-ea"/>
                <a:cs typeface="+mn-cs"/>
              </a:rPr>
              <a:t>We have discussed the definition and symptoms of  child PTSD, now it is important to understand how these experiences affect a child's daily life, let examine the psychosocial health impact, which includes how these children think, feel, and behave. </a:t>
            </a:r>
            <a:r>
              <a:rPr lang="en-US" sz="1200" b="0" u="none" strike="noStrike" kern="1200" dirty="0">
                <a:solidFill>
                  <a:schemeClr val="tx1"/>
                </a:solidFill>
                <a:effectLst/>
                <a:latin typeface="Bierstadt" panose="020B0004020202020204" pitchFamily="34" charset="0"/>
                <a:ea typeface="+mn-ea"/>
                <a:cs typeface="+mn-cs"/>
              </a:rPr>
              <a:t>Children with PTSD frequently experience significant social and emotional challenges, including deep feelings of detachment from friends or family and a tendency to withdraw from social interactions. These children often struggle with emotional dysregulation, experiencing persistent negative states such as high levels of fear, guilt, anger, or shame, alongside a marked loss of interest in activities, including play, which is critical for their development (CDC, 2024).</a:t>
            </a:r>
          </a:p>
          <a:p>
            <a:r>
              <a:rPr lang="en-US" sz="1200" b="0" u="none" strike="noStrike" kern="1200" dirty="0">
                <a:solidFill>
                  <a:schemeClr val="tx1"/>
                </a:solidFill>
                <a:effectLst/>
                <a:latin typeface="Bierstadt" panose="020B0004020202020204" pitchFamily="34" charset="0"/>
                <a:ea typeface="+mn-ea"/>
                <a:cs typeface="+mn-cs"/>
              </a:rPr>
              <a:t>Furthermore, the psychosocial impact often manifests through increased behavioral problems, ranging from internalizing anxiety and depression to externalizing aggression, and developmental regression, such as the loss of previously mastered skills like  verbal abilities. Finally, trauma in children frequently leads to somatic complaints, with children presenting with frequent headaches or stomach aches that have no underlying physical cause </a:t>
            </a:r>
            <a:r>
              <a:rPr lang="en-US" sz="1200" b="0" i="0" kern="1200" dirty="0">
                <a:solidFill>
                  <a:schemeClr val="tx1"/>
                </a:solidFill>
                <a:effectLst/>
                <a:latin typeface="+mn-lt"/>
                <a:ea typeface="+mn-ea"/>
                <a:cs typeface="+mn-cs"/>
              </a:rPr>
              <a:t>(U.S. Department of Veterans Affairs, 2026).</a:t>
            </a:r>
            <a:endParaRPr lang="en-US" sz="1200" b="0" u="none" strike="noStrike" kern="1200" dirty="0">
              <a:solidFill>
                <a:schemeClr val="tx1"/>
              </a:solidFill>
              <a:effectLst/>
              <a:latin typeface="Bierstadt" panose="020B0004020202020204" pitchFamily="34" charset="0"/>
              <a:ea typeface="+mn-ea"/>
              <a:cs typeface="+mn-cs"/>
            </a:endParaRPr>
          </a:p>
          <a:p>
            <a:endParaRPr lang="en-US" dirty="0"/>
          </a:p>
        </p:txBody>
      </p:sp>
      <p:sp>
        <p:nvSpPr>
          <p:cNvPr id="4" name="Slide Number Placeholder 3"/>
          <p:cNvSpPr>
            <a:spLocks noGrp="1"/>
          </p:cNvSpPr>
          <p:nvPr>
            <p:ph type="sldNum" sz="quarter" idx="5"/>
          </p:nvPr>
        </p:nvSpPr>
        <p:spPr/>
        <p:txBody>
          <a:bodyPr/>
          <a:lstStyle/>
          <a:p>
            <a:fld id="{0BF34A72-F7BC-4322-8721-99C28FFE30D0}" type="slidenum">
              <a:rPr lang="en-US" smtClean="0"/>
              <a:t>5</a:t>
            </a:fld>
            <a:endParaRPr lang="en-US"/>
          </a:p>
        </p:txBody>
      </p:sp>
    </p:spTree>
    <p:extLst>
      <p:ext uri="{BB962C8B-B14F-4D97-AF65-F5344CB8AC3E}">
        <p14:creationId xmlns:p14="http://schemas.microsoft.com/office/powerpoint/2010/main" val="289686574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u="none" strike="noStrike" kern="1200" dirty="0">
                <a:solidFill>
                  <a:schemeClr val="tx1"/>
                </a:solidFill>
                <a:effectLst/>
                <a:latin typeface="Bierstadt" panose="020B0004020202020204" pitchFamily="34" charset="0"/>
                <a:ea typeface="+mn-ea"/>
                <a:cs typeface="+mn-cs"/>
              </a:rPr>
              <a:t>PTSD significantly disrupts social cognition, often characterized by the development of persistent, distorted negative beliefs about the self and the world—such as "I am bad" or "the world is dangerous"—which create rigid, unfavorable views of reality</a:t>
            </a:r>
            <a:r>
              <a:rPr lang="en-US" dirty="0">
                <a:latin typeface="Bierstadt" panose="020B0004020202020204" pitchFamily="34" charset="0"/>
              </a:rPr>
              <a:t>. This shift in perception is accompanied by impaired mentalizing, where individuals struggle to accurately interpret social cues or understand the internal states, thoughts, and intentions of others. Furthermore, PTSD often induces a state of chronic hypervigilance, prompting individuals to constantly scan their environment for potential threats, which leads to the misinterpretation of neutral or ambiguous social interactions as aggressive or hostile. Combined, these cognitive alterations can lead to severe difficulties in interpersonal relationships, social withdrawal, and an inability to feel safe or connected to others </a:t>
            </a:r>
            <a:r>
              <a:rPr lang="en-US" sz="1200" b="0" i="0" kern="1200" dirty="0">
                <a:solidFill>
                  <a:schemeClr val="tx1"/>
                </a:solidFill>
                <a:effectLst/>
                <a:latin typeface="+mn-lt"/>
                <a:ea typeface="+mn-ea"/>
                <a:cs typeface="+mn-cs"/>
              </a:rPr>
              <a:t>(Fariba &amp; Gupta, 2024).</a:t>
            </a:r>
            <a:endParaRPr lang="en-US" dirty="0">
              <a:latin typeface="Bierstadt" panose="020B0004020202020204" pitchFamily="34" charset="0"/>
            </a:endParaRPr>
          </a:p>
        </p:txBody>
      </p:sp>
      <p:sp>
        <p:nvSpPr>
          <p:cNvPr id="4" name="Slide Number Placeholder 3"/>
          <p:cNvSpPr>
            <a:spLocks noGrp="1"/>
          </p:cNvSpPr>
          <p:nvPr>
            <p:ph type="sldNum" sz="quarter" idx="5"/>
          </p:nvPr>
        </p:nvSpPr>
        <p:spPr/>
        <p:txBody>
          <a:bodyPr/>
          <a:lstStyle/>
          <a:p>
            <a:fld id="{0BF34A72-F7BC-4322-8721-99C28FFE30D0}" type="slidenum">
              <a:rPr lang="en-US" smtClean="0"/>
              <a:t>6</a:t>
            </a:fld>
            <a:endParaRPr lang="en-US"/>
          </a:p>
        </p:txBody>
      </p:sp>
    </p:spTree>
    <p:extLst>
      <p:ext uri="{BB962C8B-B14F-4D97-AF65-F5344CB8AC3E}">
        <p14:creationId xmlns:p14="http://schemas.microsoft.com/office/powerpoint/2010/main" val="302121793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Bierstadt" panose="020B0004020202020204" pitchFamily="34" charset="0"/>
                <a:ea typeface="+mn-ea"/>
                <a:cs typeface="+mn-cs"/>
              </a:rPr>
              <a:t>Next, let’s look at the impact of relationships on health behavior change. Support plays a crucial role. The evidence indicates that secure attachment, strong social networks, and positive, resilient parenting are not merely beneficial; they serve as active protective factors that help reduce PTSD and promote long-term recovery</a:t>
            </a:r>
            <a:r>
              <a:rPr lang="en-US" sz="1200" kern="1200" dirty="0">
                <a:solidFill>
                  <a:schemeClr val="tx1"/>
                </a:solidFill>
                <a:effectLst/>
                <a:latin typeface="Bierstadt" panose="020B0004020202020204" pitchFamily="34" charset="0"/>
                <a:ea typeface="+mn-ea"/>
                <a:cs typeface="+mn-cs"/>
              </a:rPr>
              <a:t>.</a:t>
            </a:r>
            <a:endParaRPr lang="en-US" dirty="0">
              <a:latin typeface="Bierstadt" panose="020B0004020202020204" pitchFamily="34" charset="0"/>
            </a:endParaRPr>
          </a:p>
        </p:txBody>
      </p:sp>
      <p:sp>
        <p:nvSpPr>
          <p:cNvPr id="4" name="Slide Number Placeholder 3"/>
          <p:cNvSpPr>
            <a:spLocks noGrp="1"/>
          </p:cNvSpPr>
          <p:nvPr>
            <p:ph type="sldNum" sz="quarter" idx="5"/>
          </p:nvPr>
        </p:nvSpPr>
        <p:spPr/>
        <p:txBody>
          <a:bodyPr/>
          <a:lstStyle/>
          <a:p>
            <a:fld id="{0BF34A72-F7BC-4322-8721-99C28FFE30D0}" type="slidenum">
              <a:rPr lang="en-US" smtClean="0"/>
              <a:t>7</a:t>
            </a:fld>
            <a:endParaRPr lang="en-US"/>
          </a:p>
        </p:txBody>
      </p:sp>
    </p:spTree>
    <p:extLst>
      <p:ext uri="{BB962C8B-B14F-4D97-AF65-F5344CB8AC3E}">
        <p14:creationId xmlns:p14="http://schemas.microsoft.com/office/powerpoint/2010/main" val="202541132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i="0" kern="1200" dirty="0">
                <a:solidFill>
                  <a:schemeClr val="tx1"/>
                </a:solidFill>
                <a:effectLst/>
                <a:latin typeface="Bierstadt" panose="020B0004020202020204" pitchFamily="34" charset="0"/>
                <a:ea typeface="+mn-ea"/>
                <a:cs typeface="+mn-cs"/>
              </a:rPr>
              <a:t>Support is just one aspect of the situation. </a:t>
            </a:r>
            <a:r>
              <a:rPr lang="en-US" sz="1200" kern="1200" dirty="0">
                <a:solidFill>
                  <a:schemeClr val="tx1"/>
                </a:solidFill>
                <a:effectLst/>
                <a:latin typeface="Bierstadt" panose="020B0004020202020204" pitchFamily="34" charset="0"/>
                <a:ea typeface="+mn-ea"/>
                <a:cs typeface="+mn-cs"/>
              </a:rPr>
              <a:t>Conversely, relationships can hinder progress. Children</a:t>
            </a:r>
            <a:r>
              <a:rPr lang="en-US" dirty="0"/>
              <a:t> with insecure attachment patterns show higher levels of anxiety and depression or Children with insecure attachment patterns show higher levels of anxiety and depression. Moreover, if parent’s own PTSD symptoms can prevent them from responding sensitively to their child’s distress, hindering recovery</a:t>
            </a:r>
            <a:r>
              <a:rPr lang="fr-FR" sz="1200" b="0" i="0" kern="1200" dirty="0">
                <a:solidFill>
                  <a:schemeClr val="tx1"/>
                </a:solidFill>
                <a:effectLst/>
                <a:latin typeface="+mn-lt"/>
                <a:ea typeface="+mn-ea"/>
                <a:cs typeface="+mn-cs"/>
              </a:rPr>
              <a:t> (Abu Khudair et al., 2026)</a:t>
            </a:r>
            <a:r>
              <a:rPr lang="en-US" dirty="0"/>
              <a:t>.</a:t>
            </a:r>
            <a:r>
              <a:rPr lang="en-US" sz="1200" kern="1200" dirty="0">
                <a:solidFill>
                  <a:schemeClr val="tx1"/>
                </a:solidFill>
                <a:effectLst/>
                <a:latin typeface="Bierstadt" panose="020B0004020202020204" pitchFamily="34" charset="0"/>
                <a:ea typeface="+mn-ea"/>
                <a:cs typeface="+mn-cs"/>
              </a:rPr>
              <a:t> A huge challenge for health educators is when they recognize the child needs help, but the parent is also traumatized and cannot provide the necessary support. The trauma becomes intergenerational.</a:t>
            </a:r>
            <a:endParaRPr lang="en-US" dirty="0">
              <a:latin typeface="Bierstadt" panose="020B0004020202020204" pitchFamily="34" charset="0"/>
            </a:endParaRPr>
          </a:p>
        </p:txBody>
      </p:sp>
      <p:sp>
        <p:nvSpPr>
          <p:cNvPr id="4" name="Slide Number Placeholder 3"/>
          <p:cNvSpPr>
            <a:spLocks noGrp="1"/>
          </p:cNvSpPr>
          <p:nvPr>
            <p:ph type="sldNum" sz="quarter" idx="5"/>
          </p:nvPr>
        </p:nvSpPr>
        <p:spPr/>
        <p:txBody>
          <a:bodyPr/>
          <a:lstStyle/>
          <a:p>
            <a:fld id="{0BF34A72-F7BC-4322-8721-99C28FFE30D0}" type="slidenum">
              <a:rPr lang="en-US" smtClean="0"/>
              <a:t>8</a:t>
            </a:fld>
            <a:endParaRPr lang="en-US"/>
          </a:p>
        </p:txBody>
      </p:sp>
    </p:spTree>
    <p:extLst>
      <p:ext uri="{BB962C8B-B14F-4D97-AF65-F5344CB8AC3E}">
        <p14:creationId xmlns:p14="http://schemas.microsoft.com/office/powerpoint/2010/main" val="358693209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Bierstadt" panose="020B0004020202020204" pitchFamily="34" charset="0"/>
                <a:ea typeface="+mn-ea"/>
                <a:cs typeface="+mn-cs"/>
              </a:rPr>
              <a:t>While we do not provide therapy, it is important to know that evidenced-based treatments like CBT and NET are highly effective in helping children process traumatic experiences </a:t>
            </a:r>
            <a:r>
              <a:rPr lang="en-US" sz="1200" b="0" i="0" kern="1200" dirty="0">
                <a:solidFill>
                  <a:schemeClr val="tx1"/>
                </a:solidFill>
                <a:effectLst/>
                <a:latin typeface="+mn-lt"/>
                <a:ea typeface="+mn-ea"/>
                <a:cs typeface="+mn-cs"/>
              </a:rPr>
              <a:t>(U.S. Department of Veterans Affairs, 2026).</a:t>
            </a:r>
            <a:endParaRPr lang="en-US" dirty="0">
              <a:latin typeface="Bierstadt" panose="020B0004020202020204" pitchFamily="34" charset="0"/>
            </a:endParaRPr>
          </a:p>
        </p:txBody>
      </p:sp>
      <p:sp>
        <p:nvSpPr>
          <p:cNvPr id="4" name="Slide Number Placeholder 3"/>
          <p:cNvSpPr>
            <a:spLocks noGrp="1"/>
          </p:cNvSpPr>
          <p:nvPr>
            <p:ph type="sldNum" sz="quarter" idx="5"/>
          </p:nvPr>
        </p:nvSpPr>
        <p:spPr/>
        <p:txBody>
          <a:bodyPr/>
          <a:lstStyle/>
          <a:p>
            <a:fld id="{0BF34A72-F7BC-4322-8721-99C28FFE30D0}" type="slidenum">
              <a:rPr lang="en-US" smtClean="0"/>
              <a:t>9</a:t>
            </a:fld>
            <a:endParaRPr lang="en-US"/>
          </a:p>
        </p:txBody>
      </p:sp>
    </p:spTree>
    <p:extLst>
      <p:ext uri="{BB962C8B-B14F-4D97-AF65-F5344CB8AC3E}">
        <p14:creationId xmlns:p14="http://schemas.microsoft.com/office/powerpoint/2010/main" val="72869428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The health educator’s role is proactive. We must look beyond the behavior to the underlying trauma. We are often the first to notice changes in a child’s demeanor, allowing us to connect families to the right resources. </a:t>
            </a:r>
            <a:r>
              <a:rPr lang="en-US" sz="1200" b="0" i="0" kern="1200" dirty="0">
                <a:solidFill>
                  <a:schemeClr val="tx1"/>
                </a:solidFill>
                <a:effectLst/>
                <a:latin typeface="+mn-lt"/>
                <a:ea typeface="+mn-ea"/>
                <a:cs typeface="+mn-cs"/>
              </a:rPr>
              <a:t>Supporting children who have experienced trauma requires a proactive approach that starts with recognizing sudden changes in behavior, such as increased aggression, extreme shyness, or excessive sleepiness. It is also important to observe specific triggers that may lead a child to withdraw or exhibit disruptive behavior. Since trauma can affect a child's sense of safety, adults have a legal responsibility to act as mandated reporters, making reports to the appropriate authorities when there are suspicions of abuse or neglect. In addition to fulfilling legal obligations, effective support includes fostering a nurturing environment by establishing predictable and safe spaces to help alleviate anxiety, as well as actively reinstating normal routines such as playtime or homework. Finally, offering children consistent choices can help restore a sense of control that may have been lost due to traumatic experiences (Cushing et al., 2023).</a:t>
            </a:r>
            <a:endParaRPr lang="en-US" dirty="0"/>
          </a:p>
        </p:txBody>
      </p:sp>
      <p:sp>
        <p:nvSpPr>
          <p:cNvPr id="4" name="Slide Number Placeholder 3"/>
          <p:cNvSpPr>
            <a:spLocks noGrp="1"/>
          </p:cNvSpPr>
          <p:nvPr>
            <p:ph type="sldNum" sz="quarter" idx="5"/>
          </p:nvPr>
        </p:nvSpPr>
        <p:spPr/>
        <p:txBody>
          <a:bodyPr/>
          <a:lstStyle/>
          <a:p>
            <a:fld id="{0BF34A72-F7BC-4322-8721-99C28FFE30D0}" type="slidenum">
              <a:rPr lang="en-US" smtClean="0"/>
              <a:t>10</a:t>
            </a:fld>
            <a:endParaRPr lang="en-US"/>
          </a:p>
        </p:txBody>
      </p:sp>
    </p:spTree>
    <p:extLst>
      <p:ext uri="{BB962C8B-B14F-4D97-AF65-F5344CB8AC3E}">
        <p14:creationId xmlns:p14="http://schemas.microsoft.com/office/powerpoint/2010/main" val="83906920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latin typeface="Bierstadt" panose="020B0004020202020204" pitchFamily="34" charset="0"/>
              </a:rPr>
              <a:t>Additionally, </a:t>
            </a:r>
            <a:r>
              <a:rPr lang="en-US" sz="1200" b="0" u="none" strike="noStrike" kern="1200" dirty="0">
                <a:solidFill>
                  <a:schemeClr val="tx1"/>
                </a:solidFill>
                <a:effectLst/>
                <a:latin typeface="Bierstadt" panose="020B0004020202020204" pitchFamily="34" charset="0"/>
                <a:ea typeface="+mn-ea"/>
                <a:cs typeface="+mn-cs"/>
              </a:rPr>
              <a:t>prioritize seeking specialized training to better understand how trauma specifically impacts childhood development. This knowledge serves as a foundation for providing psychoeducation, which helps children and their families recognize normal trauma reactions and effectively reduces their fear of the unknown. Furthermore, it is essential to take proactive referral action by connecting families with school counselors or mental health professionals, ensuring that children receive necessary support even in cases where parents may be in denial or otherwise unable to act</a:t>
            </a:r>
            <a:r>
              <a:rPr lang="fr-FR" sz="1200" b="0" i="0" kern="1200" dirty="0">
                <a:solidFill>
                  <a:schemeClr val="tx1"/>
                </a:solidFill>
                <a:effectLst/>
                <a:latin typeface="+mn-lt"/>
                <a:ea typeface="+mn-ea"/>
                <a:cs typeface="+mn-cs"/>
              </a:rPr>
              <a:t> (Abu Khudair et al., 2026).</a:t>
            </a:r>
            <a:endParaRPr lang="en-US" dirty="0">
              <a:latin typeface="Bierstadt" panose="020B0004020202020204" pitchFamily="34" charset="0"/>
            </a:endParaRPr>
          </a:p>
        </p:txBody>
      </p:sp>
      <p:sp>
        <p:nvSpPr>
          <p:cNvPr id="4" name="Slide Number Placeholder 3"/>
          <p:cNvSpPr>
            <a:spLocks noGrp="1"/>
          </p:cNvSpPr>
          <p:nvPr>
            <p:ph type="sldNum" sz="quarter" idx="5"/>
          </p:nvPr>
        </p:nvSpPr>
        <p:spPr/>
        <p:txBody>
          <a:bodyPr/>
          <a:lstStyle/>
          <a:p>
            <a:fld id="{0BF34A72-F7BC-4322-8721-99C28FFE30D0}" type="slidenum">
              <a:rPr lang="en-US" smtClean="0"/>
              <a:t>11</a:t>
            </a:fld>
            <a:endParaRPr lang="en-US"/>
          </a:p>
        </p:txBody>
      </p:sp>
    </p:spTree>
    <p:extLst>
      <p:ext uri="{BB962C8B-B14F-4D97-AF65-F5344CB8AC3E}">
        <p14:creationId xmlns:p14="http://schemas.microsoft.com/office/powerpoint/2010/main" val="353786664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conclusion, effective care for children with PTSD requires close collaboration between educators, families, and community health services, as both caregivers and teachers play a vital role in recovery. Because childhood PTSD is a profound, yet treatable condition, prioritizing early intervention is key to preventing long-term physical and mental health consequences. By focusing on safety, stable relationships, and predictable care, we can strengthen the child's social environment, foster resilience, and create a supportive environment where they can thrive </a:t>
            </a:r>
            <a:r>
              <a:rPr lang="en-US" sz="1200" b="0" i="0" kern="1200" dirty="0">
                <a:solidFill>
                  <a:schemeClr val="tx1"/>
                </a:solidFill>
                <a:effectLst/>
                <a:latin typeface="+mn-lt"/>
                <a:ea typeface="+mn-ea"/>
                <a:cs typeface="+mn-cs"/>
              </a:rPr>
              <a:t>(</a:t>
            </a:r>
            <a:r>
              <a:rPr lang="en-US" sz="1200" b="0" i="0" kern="1200" dirty="0" err="1">
                <a:solidFill>
                  <a:schemeClr val="tx1"/>
                </a:solidFill>
                <a:effectLst/>
                <a:latin typeface="+mn-lt"/>
                <a:ea typeface="+mn-ea"/>
                <a:cs typeface="+mn-cs"/>
              </a:rPr>
              <a:t>Kerbage</a:t>
            </a:r>
            <a:r>
              <a:rPr lang="en-US" sz="1200" b="0" i="0" kern="1200" dirty="0">
                <a:solidFill>
                  <a:schemeClr val="tx1"/>
                </a:solidFill>
                <a:effectLst/>
                <a:latin typeface="+mn-lt"/>
                <a:ea typeface="+mn-ea"/>
                <a:cs typeface="+mn-cs"/>
              </a:rPr>
              <a:t> et al., 2022).</a:t>
            </a:r>
            <a:endParaRPr lang="en-US" dirty="0"/>
          </a:p>
        </p:txBody>
      </p:sp>
      <p:sp>
        <p:nvSpPr>
          <p:cNvPr id="4" name="Slide Number Placeholder 3"/>
          <p:cNvSpPr>
            <a:spLocks noGrp="1"/>
          </p:cNvSpPr>
          <p:nvPr>
            <p:ph type="sldNum" sz="quarter" idx="5"/>
          </p:nvPr>
        </p:nvSpPr>
        <p:spPr/>
        <p:txBody>
          <a:bodyPr/>
          <a:lstStyle/>
          <a:p>
            <a:fld id="{0BF34A72-F7BC-4322-8721-99C28FFE30D0}" type="slidenum">
              <a:rPr lang="en-US" smtClean="0"/>
              <a:t>12</a:t>
            </a:fld>
            <a:endParaRPr lang="en-US"/>
          </a:p>
        </p:txBody>
      </p:sp>
    </p:spTree>
    <p:extLst>
      <p:ext uri="{BB962C8B-B14F-4D97-AF65-F5344CB8AC3E}">
        <p14:creationId xmlns:p14="http://schemas.microsoft.com/office/powerpoint/2010/main" val="56183560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BF34A72-F7BC-4322-8721-99C28FFE30D0}" type="slidenum">
              <a:rPr lang="en-US" smtClean="0"/>
              <a:t>13</a:t>
            </a:fld>
            <a:endParaRPr lang="en-US"/>
          </a:p>
        </p:txBody>
      </p:sp>
    </p:spTree>
    <p:extLst>
      <p:ext uri="{BB962C8B-B14F-4D97-AF65-F5344CB8AC3E}">
        <p14:creationId xmlns:p14="http://schemas.microsoft.com/office/powerpoint/2010/main" val="231101223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BF34A72-F7BC-4322-8721-99C28FFE30D0}" type="slidenum">
              <a:rPr lang="en-US" smtClean="0"/>
              <a:t>14</a:t>
            </a:fld>
            <a:endParaRPr lang="en-US"/>
          </a:p>
        </p:txBody>
      </p:sp>
    </p:spTree>
    <p:extLst>
      <p:ext uri="{BB962C8B-B14F-4D97-AF65-F5344CB8AC3E}">
        <p14:creationId xmlns:p14="http://schemas.microsoft.com/office/powerpoint/2010/main" val="15080390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Freeform: Shape 6">
            <a:extLst>
              <a:ext uri="{FF2B5EF4-FFF2-40B4-BE49-F238E27FC236}">
                <a16:creationId xmlns:a16="http://schemas.microsoft.com/office/drawing/2014/main" id="{EA67E988-5919-57BB-C7DE-D3EAD38A3045}"/>
              </a:ext>
              <a:ext uri="{C183D7F6-B498-43B3-948B-1728B52AA6E4}">
                <adec:decorative xmlns:adec="http://schemas.microsoft.com/office/drawing/2017/decorative" val="1"/>
              </a:ext>
            </a:extLst>
          </p:cNvPr>
          <p:cNvSpPr/>
          <p:nvPr/>
        </p:nvSpPr>
        <p:spPr>
          <a:xfrm>
            <a:off x="517870" y="6209925"/>
            <a:ext cx="11155680" cy="45719"/>
          </a:xfrm>
          <a:custGeom>
            <a:avLst/>
            <a:gdLst>
              <a:gd name="connsiteX0" fmla="*/ 0 w 8715708"/>
              <a:gd name="connsiteY0" fmla="*/ 0 h 45719"/>
              <a:gd name="connsiteX1" fmla="*/ 3694525 w 8715708"/>
              <a:gd name="connsiteY1" fmla="*/ 0 h 45719"/>
              <a:gd name="connsiteX2" fmla="*/ 5021183 w 8715708"/>
              <a:gd name="connsiteY2" fmla="*/ 0 h 45719"/>
              <a:gd name="connsiteX3" fmla="*/ 8715708 w 8715708"/>
              <a:gd name="connsiteY3" fmla="*/ 0 h 45719"/>
              <a:gd name="connsiteX4" fmla="*/ 8715708 w 8715708"/>
              <a:gd name="connsiteY4" fmla="*/ 45719 h 45719"/>
              <a:gd name="connsiteX5" fmla="*/ 5021183 w 8715708"/>
              <a:gd name="connsiteY5" fmla="*/ 45719 h 45719"/>
              <a:gd name="connsiteX6" fmla="*/ 3694525 w 8715708"/>
              <a:gd name="connsiteY6" fmla="*/ 45719 h 45719"/>
              <a:gd name="connsiteX7" fmla="*/ 0 w 8715708"/>
              <a:gd name="connsiteY7" fmla="*/ 45719 h 457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715708" h="45719">
                <a:moveTo>
                  <a:pt x="0" y="0"/>
                </a:moveTo>
                <a:lnTo>
                  <a:pt x="3694525" y="0"/>
                </a:lnTo>
                <a:lnTo>
                  <a:pt x="5021183" y="0"/>
                </a:lnTo>
                <a:lnTo>
                  <a:pt x="8715708" y="0"/>
                </a:lnTo>
                <a:lnTo>
                  <a:pt x="8715708" y="45719"/>
                </a:lnTo>
                <a:lnTo>
                  <a:pt x="5021183" y="45719"/>
                </a:lnTo>
                <a:lnTo>
                  <a:pt x="3694525" y="45719"/>
                </a:lnTo>
                <a:lnTo>
                  <a:pt x="0" y="45719"/>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5B2327B2-BA4B-2C04-0751-5CB63D4AA425}"/>
              </a:ext>
            </a:extLst>
          </p:cNvPr>
          <p:cNvSpPr>
            <a:spLocks noGrp="1"/>
          </p:cNvSpPr>
          <p:nvPr>
            <p:ph type="ctrTitle"/>
          </p:nvPr>
        </p:nvSpPr>
        <p:spPr>
          <a:xfrm>
            <a:off x="521208" y="978408"/>
            <a:ext cx="11155680" cy="3429000"/>
          </a:xfrm>
        </p:spPr>
        <p:txBody>
          <a:bodyPr anchor="t">
            <a:normAutofit/>
          </a:bodyPr>
          <a:lstStyle>
            <a:lvl1pPr algn="l">
              <a:defRPr sz="7200"/>
            </a:lvl1pPr>
          </a:lstStyle>
          <a:p>
            <a:r>
              <a:rPr lang="en-US" dirty="0"/>
              <a:t>Click to edit Master title style</a:t>
            </a:r>
          </a:p>
        </p:txBody>
      </p:sp>
      <p:sp>
        <p:nvSpPr>
          <p:cNvPr id="3" name="Subtitle 2">
            <a:extLst>
              <a:ext uri="{FF2B5EF4-FFF2-40B4-BE49-F238E27FC236}">
                <a16:creationId xmlns:a16="http://schemas.microsoft.com/office/drawing/2014/main" id="{E7201176-DC7A-4C3D-3D8F-352526DA7B5D}"/>
              </a:ext>
            </a:extLst>
          </p:cNvPr>
          <p:cNvSpPr>
            <a:spLocks noGrp="1"/>
          </p:cNvSpPr>
          <p:nvPr>
            <p:ph type="subTitle" idx="1"/>
          </p:nvPr>
        </p:nvSpPr>
        <p:spPr>
          <a:xfrm>
            <a:off x="521208" y="4480560"/>
            <a:ext cx="7104888" cy="1399032"/>
          </a:xfrm>
        </p:spPr>
        <p:txBody>
          <a:bodyPr anchor="b">
            <a:normAutofit/>
          </a:bodyPr>
          <a:lstStyle>
            <a:lvl1pPr marL="0" indent="0" algn="l">
              <a:buNone/>
              <a:defRPr sz="2200" i="1"/>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C67DC221-9A2E-7459-102F-C3CFB27CC389}"/>
              </a:ext>
            </a:extLst>
          </p:cNvPr>
          <p:cNvSpPr>
            <a:spLocks noGrp="1"/>
          </p:cNvSpPr>
          <p:nvPr>
            <p:ph type="dt" sz="half" idx="10"/>
          </p:nvPr>
        </p:nvSpPr>
        <p:spPr/>
        <p:txBody>
          <a:bodyPr/>
          <a:lstStyle/>
          <a:p>
            <a:fld id="{E80C50CD-E178-4744-9B35-B2F624D6C5E9}" type="datetimeFigureOut">
              <a:rPr lang="en-US" smtClean="0"/>
              <a:t>5/1/2026</a:t>
            </a:fld>
            <a:endParaRPr lang="en-US"/>
          </a:p>
        </p:txBody>
      </p:sp>
      <p:sp>
        <p:nvSpPr>
          <p:cNvPr id="5" name="Footer Placeholder 4">
            <a:extLst>
              <a:ext uri="{FF2B5EF4-FFF2-40B4-BE49-F238E27FC236}">
                <a16:creationId xmlns:a16="http://schemas.microsoft.com/office/drawing/2014/main" id="{A5020671-6F7D-3A03-EEC1-661A87F96F4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2453D3A-E0F9-8386-2A6C-96671FBB15A5}"/>
              </a:ext>
            </a:extLst>
          </p:cNvPr>
          <p:cNvSpPr>
            <a:spLocks noGrp="1"/>
          </p:cNvSpPr>
          <p:nvPr>
            <p:ph type="sldNum" sz="quarter" idx="12"/>
          </p:nvPr>
        </p:nvSpPr>
        <p:spPr/>
        <p:txBody>
          <a:bodyPr/>
          <a:lstStyle/>
          <a:p>
            <a:fld id="{148CC95F-0247-41B6-91CF-DC97C76A7088}" type="slidenum">
              <a:rPr lang="en-US" smtClean="0"/>
              <a:t>‹#›</a:t>
            </a:fld>
            <a:endParaRPr lang="en-US"/>
          </a:p>
        </p:txBody>
      </p:sp>
    </p:spTree>
    <p:extLst>
      <p:ext uri="{BB962C8B-B14F-4D97-AF65-F5344CB8AC3E}">
        <p14:creationId xmlns:p14="http://schemas.microsoft.com/office/powerpoint/2010/main" val="217203374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A26D03-149A-DAB3-4B2A-E9B74F2E2514}"/>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23C1E73D-41A7-9934-0990-9208B952329C}"/>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8BB2A3F-E719-673C-5D56-F663712D0E7F}"/>
              </a:ext>
            </a:extLst>
          </p:cNvPr>
          <p:cNvSpPr>
            <a:spLocks noGrp="1"/>
          </p:cNvSpPr>
          <p:nvPr>
            <p:ph type="dt" sz="half" idx="10"/>
          </p:nvPr>
        </p:nvSpPr>
        <p:spPr/>
        <p:txBody>
          <a:bodyPr/>
          <a:lstStyle/>
          <a:p>
            <a:fld id="{E80C50CD-E178-4744-9B35-B2F624D6C5E9}" type="datetimeFigureOut">
              <a:rPr lang="en-US" smtClean="0"/>
              <a:t>5/1/2026</a:t>
            </a:fld>
            <a:endParaRPr lang="en-US"/>
          </a:p>
        </p:txBody>
      </p:sp>
      <p:sp>
        <p:nvSpPr>
          <p:cNvPr id="5" name="Footer Placeholder 4">
            <a:extLst>
              <a:ext uri="{FF2B5EF4-FFF2-40B4-BE49-F238E27FC236}">
                <a16:creationId xmlns:a16="http://schemas.microsoft.com/office/drawing/2014/main" id="{04AE594A-52F5-D85E-343C-ADFEE3C72E0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07D5C9C-B2E2-FC26-E459-9E880EF975BA}"/>
              </a:ext>
            </a:extLst>
          </p:cNvPr>
          <p:cNvSpPr>
            <a:spLocks noGrp="1"/>
          </p:cNvSpPr>
          <p:nvPr>
            <p:ph type="sldNum" sz="quarter" idx="12"/>
          </p:nvPr>
        </p:nvSpPr>
        <p:spPr/>
        <p:txBody>
          <a:bodyPr/>
          <a:lstStyle/>
          <a:p>
            <a:fld id="{148CC95F-0247-41B6-91CF-DC97C76A7088}" type="slidenum">
              <a:rPr lang="en-US" smtClean="0"/>
              <a:t>‹#›</a:t>
            </a:fld>
            <a:endParaRPr lang="en-US"/>
          </a:p>
        </p:txBody>
      </p:sp>
    </p:spTree>
    <p:extLst>
      <p:ext uri="{BB962C8B-B14F-4D97-AF65-F5344CB8AC3E}">
        <p14:creationId xmlns:p14="http://schemas.microsoft.com/office/powerpoint/2010/main" val="151537385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29D51F-B2D5-2804-4F7C-C99850FBD05B}"/>
              </a:ext>
            </a:extLst>
          </p:cNvPr>
          <p:cNvSpPr>
            <a:spLocks noGrp="1"/>
          </p:cNvSpPr>
          <p:nvPr>
            <p:ph type="title"/>
          </p:nvPr>
        </p:nvSpPr>
        <p:spPr>
          <a:xfrm>
            <a:off x="521208" y="978408"/>
            <a:ext cx="5020056" cy="4288536"/>
          </a:xfrm>
        </p:spPr>
        <p:txBody>
          <a:bodyPr anchor="t">
            <a:normAutofit/>
          </a:bodyPr>
          <a:lstStyle>
            <a:lvl1pPr>
              <a:defRPr sz="5400"/>
            </a:lvl1pPr>
          </a:lstStyle>
          <a:p>
            <a:r>
              <a:rPr lang="en-US" dirty="0"/>
              <a:t>Click to edit Master title style</a:t>
            </a:r>
          </a:p>
        </p:txBody>
      </p:sp>
      <p:sp>
        <p:nvSpPr>
          <p:cNvPr id="3" name="Text Placeholder 2">
            <a:extLst>
              <a:ext uri="{FF2B5EF4-FFF2-40B4-BE49-F238E27FC236}">
                <a16:creationId xmlns:a16="http://schemas.microsoft.com/office/drawing/2014/main" id="{15FE5516-03B6-C488-EB4A-68AE681EDFB8}"/>
              </a:ext>
            </a:extLst>
          </p:cNvPr>
          <p:cNvSpPr>
            <a:spLocks noGrp="1"/>
          </p:cNvSpPr>
          <p:nvPr>
            <p:ph type="body" idx="1"/>
          </p:nvPr>
        </p:nvSpPr>
        <p:spPr>
          <a:xfrm>
            <a:off x="521208" y="5266944"/>
            <a:ext cx="5020056" cy="1088136"/>
          </a:xfrm>
        </p:spPr>
        <p:txBody>
          <a:bodyPr anchor="b">
            <a:normAutofit/>
          </a:bodyPr>
          <a:lstStyle>
            <a:lvl1pPr marL="0" indent="0">
              <a:buNone/>
              <a:defRPr sz="2200" i="1">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dirty="0"/>
              <a:t>Click to edit Master text styles</a:t>
            </a:r>
          </a:p>
        </p:txBody>
      </p:sp>
      <p:sp>
        <p:nvSpPr>
          <p:cNvPr id="4" name="Date Placeholder 3">
            <a:extLst>
              <a:ext uri="{FF2B5EF4-FFF2-40B4-BE49-F238E27FC236}">
                <a16:creationId xmlns:a16="http://schemas.microsoft.com/office/drawing/2014/main" id="{50ECB4D7-49A7-D050-70B9-11A1E2D445D8}"/>
              </a:ext>
            </a:extLst>
          </p:cNvPr>
          <p:cNvSpPr>
            <a:spLocks noGrp="1"/>
          </p:cNvSpPr>
          <p:nvPr>
            <p:ph type="dt" sz="half" idx="10"/>
          </p:nvPr>
        </p:nvSpPr>
        <p:spPr/>
        <p:txBody>
          <a:bodyPr/>
          <a:lstStyle/>
          <a:p>
            <a:fld id="{E80C50CD-E178-4744-9B35-B2F624D6C5E9}" type="datetimeFigureOut">
              <a:rPr lang="en-US" smtClean="0"/>
              <a:t>5/1/2026</a:t>
            </a:fld>
            <a:endParaRPr lang="en-US"/>
          </a:p>
        </p:txBody>
      </p:sp>
      <p:sp>
        <p:nvSpPr>
          <p:cNvPr id="5" name="Footer Placeholder 4">
            <a:extLst>
              <a:ext uri="{FF2B5EF4-FFF2-40B4-BE49-F238E27FC236}">
                <a16:creationId xmlns:a16="http://schemas.microsoft.com/office/drawing/2014/main" id="{8A9A913F-AD00-C1EE-B01A-8590671C014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14FC386-B2AF-6FAD-D053-E22D48CD7285}"/>
              </a:ext>
            </a:extLst>
          </p:cNvPr>
          <p:cNvSpPr>
            <a:spLocks noGrp="1"/>
          </p:cNvSpPr>
          <p:nvPr>
            <p:ph type="sldNum" sz="quarter" idx="12"/>
          </p:nvPr>
        </p:nvSpPr>
        <p:spPr/>
        <p:txBody>
          <a:bodyPr/>
          <a:lstStyle/>
          <a:p>
            <a:fld id="{148CC95F-0247-41B6-91CF-DC97C76A7088}" type="slidenum">
              <a:rPr lang="en-US" smtClean="0"/>
              <a:t>‹#›</a:t>
            </a:fld>
            <a:endParaRPr lang="en-US"/>
          </a:p>
        </p:txBody>
      </p:sp>
      <p:sp>
        <p:nvSpPr>
          <p:cNvPr id="7" name="Rectangle 6">
            <a:extLst>
              <a:ext uri="{FF2B5EF4-FFF2-40B4-BE49-F238E27FC236}">
                <a16:creationId xmlns:a16="http://schemas.microsoft.com/office/drawing/2014/main" id="{4E1E1B67-3BFF-F04B-52F4-7E724FB3B24D}"/>
              </a:ext>
            </a:extLst>
          </p:cNvPr>
          <p:cNvSpPr/>
          <p:nvPr/>
        </p:nvSpPr>
        <p:spPr>
          <a:xfrm>
            <a:off x="517870" y="508090"/>
            <a:ext cx="5021183" cy="14927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18340211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CE3B21-CF4D-1B01-0F4E-D32C1B218B63}"/>
              </a:ext>
            </a:extLst>
          </p:cNvPr>
          <p:cNvSpPr>
            <a:spLocks noGrp="1"/>
          </p:cNvSpPr>
          <p:nvPr>
            <p:ph type="title"/>
          </p:nvPr>
        </p:nvSpPr>
        <p:spPr/>
        <p:txBody>
          <a:bodyPr/>
          <a:lstStyle/>
          <a:p>
            <a:r>
              <a:rPr lang="en-US" dirty="0"/>
              <a:t>Click to edit Master title style</a:t>
            </a:r>
          </a:p>
        </p:txBody>
      </p:sp>
      <p:sp>
        <p:nvSpPr>
          <p:cNvPr id="3" name="Content Placeholder 2">
            <a:extLst>
              <a:ext uri="{FF2B5EF4-FFF2-40B4-BE49-F238E27FC236}">
                <a16:creationId xmlns:a16="http://schemas.microsoft.com/office/drawing/2014/main" id="{1FB39FF2-6858-B514-B695-58442557D0C1}"/>
              </a:ext>
            </a:extLst>
          </p:cNvPr>
          <p:cNvSpPr>
            <a:spLocks noGrp="1"/>
          </p:cNvSpPr>
          <p:nvPr>
            <p:ph sz="half" idx="1"/>
          </p:nvPr>
        </p:nvSpPr>
        <p:spPr>
          <a:xfrm>
            <a:off x="521208" y="2578608"/>
            <a:ext cx="5166360" cy="376732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8FA30130-974D-B91D-5B93-EC52AABDB5B0}"/>
              </a:ext>
            </a:extLst>
          </p:cNvPr>
          <p:cNvSpPr>
            <a:spLocks noGrp="1"/>
          </p:cNvSpPr>
          <p:nvPr>
            <p:ph sz="half" idx="2"/>
          </p:nvPr>
        </p:nvSpPr>
        <p:spPr>
          <a:xfrm>
            <a:off x="6519672" y="2578608"/>
            <a:ext cx="5166360" cy="376732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515BED99-6FD7-9C6B-1152-A6E42715BB79}"/>
              </a:ext>
            </a:extLst>
          </p:cNvPr>
          <p:cNvSpPr>
            <a:spLocks noGrp="1"/>
          </p:cNvSpPr>
          <p:nvPr>
            <p:ph type="dt" sz="half" idx="10"/>
          </p:nvPr>
        </p:nvSpPr>
        <p:spPr/>
        <p:txBody>
          <a:bodyPr/>
          <a:lstStyle/>
          <a:p>
            <a:fld id="{E80C50CD-E178-4744-9B35-B2F624D6C5E9}" type="datetimeFigureOut">
              <a:rPr lang="en-US" smtClean="0"/>
              <a:t>5/1/2026</a:t>
            </a:fld>
            <a:endParaRPr lang="en-US"/>
          </a:p>
        </p:txBody>
      </p:sp>
      <p:sp>
        <p:nvSpPr>
          <p:cNvPr id="6" name="Footer Placeholder 5">
            <a:extLst>
              <a:ext uri="{FF2B5EF4-FFF2-40B4-BE49-F238E27FC236}">
                <a16:creationId xmlns:a16="http://schemas.microsoft.com/office/drawing/2014/main" id="{BA253AAC-5967-2565-A715-82D3505ABF0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4B51313-69FB-E016-3CC1-62CA476ED214}"/>
              </a:ext>
            </a:extLst>
          </p:cNvPr>
          <p:cNvSpPr>
            <a:spLocks noGrp="1"/>
          </p:cNvSpPr>
          <p:nvPr>
            <p:ph type="sldNum" sz="quarter" idx="12"/>
          </p:nvPr>
        </p:nvSpPr>
        <p:spPr/>
        <p:txBody>
          <a:bodyPr/>
          <a:lstStyle/>
          <a:p>
            <a:fld id="{148CC95F-0247-41B6-91CF-DC97C76A7088}" type="slidenum">
              <a:rPr lang="en-US" smtClean="0"/>
              <a:t>‹#›</a:t>
            </a:fld>
            <a:endParaRPr lang="en-US"/>
          </a:p>
        </p:txBody>
      </p:sp>
    </p:spTree>
    <p:extLst>
      <p:ext uri="{BB962C8B-B14F-4D97-AF65-F5344CB8AC3E}">
        <p14:creationId xmlns:p14="http://schemas.microsoft.com/office/powerpoint/2010/main" val="84368147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B3DF9D-B849-CE37-97E4-AD37F880677F}"/>
              </a:ext>
            </a:extLst>
          </p:cNvPr>
          <p:cNvSpPr>
            <a:spLocks noGrp="1"/>
          </p:cNvSpPr>
          <p:nvPr>
            <p:ph type="title"/>
          </p:nvPr>
        </p:nvSpPr>
        <p:spPr>
          <a:xfrm>
            <a:off x="521208" y="978408"/>
            <a:ext cx="11164824" cy="1216152"/>
          </a:xfrm>
        </p:spPr>
        <p:txBody>
          <a:bodyPr/>
          <a:lstStyle/>
          <a:p>
            <a:r>
              <a:rPr lang="en-US"/>
              <a:t>Click to edit Master title style</a:t>
            </a:r>
          </a:p>
        </p:txBody>
      </p:sp>
      <p:sp>
        <p:nvSpPr>
          <p:cNvPr id="3" name="Text Placeholder 2">
            <a:extLst>
              <a:ext uri="{FF2B5EF4-FFF2-40B4-BE49-F238E27FC236}">
                <a16:creationId xmlns:a16="http://schemas.microsoft.com/office/drawing/2014/main" id="{79D4C626-4008-960A-E601-6AA9F4BB8D8B}"/>
              </a:ext>
            </a:extLst>
          </p:cNvPr>
          <p:cNvSpPr>
            <a:spLocks noGrp="1"/>
          </p:cNvSpPr>
          <p:nvPr>
            <p:ph type="body" idx="1"/>
          </p:nvPr>
        </p:nvSpPr>
        <p:spPr>
          <a:xfrm>
            <a:off x="521208" y="2340864"/>
            <a:ext cx="5166360" cy="658368"/>
          </a:xfrm>
        </p:spPr>
        <p:txBody>
          <a:bodyPr anchor="b">
            <a:normAutofit/>
          </a:bodyPr>
          <a:lstStyle>
            <a:lvl1pPr marL="0" indent="0">
              <a:buNone/>
              <a:defRPr sz="2200" b="0" i="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a:extLst>
              <a:ext uri="{FF2B5EF4-FFF2-40B4-BE49-F238E27FC236}">
                <a16:creationId xmlns:a16="http://schemas.microsoft.com/office/drawing/2014/main" id="{806E8D6C-AC07-ED6B-2EA8-9C40A5AEA748}"/>
              </a:ext>
            </a:extLst>
          </p:cNvPr>
          <p:cNvSpPr>
            <a:spLocks noGrp="1"/>
          </p:cNvSpPr>
          <p:nvPr>
            <p:ph sz="half" idx="2"/>
          </p:nvPr>
        </p:nvSpPr>
        <p:spPr>
          <a:xfrm>
            <a:off x="521208" y="3035808"/>
            <a:ext cx="5166360" cy="3310128"/>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a:extLst>
              <a:ext uri="{FF2B5EF4-FFF2-40B4-BE49-F238E27FC236}">
                <a16:creationId xmlns:a16="http://schemas.microsoft.com/office/drawing/2014/main" id="{3C52617E-C6D9-246B-E7B7-8159DF17C0A3}"/>
              </a:ext>
            </a:extLst>
          </p:cNvPr>
          <p:cNvSpPr>
            <a:spLocks noGrp="1"/>
          </p:cNvSpPr>
          <p:nvPr>
            <p:ph type="body" sz="quarter" idx="3"/>
          </p:nvPr>
        </p:nvSpPr>
        <p:spPr>
          <a:xfrm>
            <a:off x="6519672" y="2340864"/>
            <a:ext cx="5166360" cy="658368"/>
          </a:xfrm>
        </p:spPr>
        <p:txBody>
          <a:bodyPr anchor="b">
            <a:normAutofit/>
          </a:bodyPr>
          <a:lstStyle>
            <a:lvl1pPr marL="0" indent="0">
              <a:buNone/>
              <a:defRPr sz="2200" b="0" i="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5">
            <a:extLst>
              <a:ext uri="{FF2B5EF4-FFF2-40B4-BE49-F238E27FC236}">
                <a16:creationId xmlns:a16="http://schemas.microsoft.com/office/drawing/2014/main" id="{3DBC2094-7EBC-02C5-5AB5-233E63080A9C}"/>
              </a:ext>
            </a:extLst>
          </p:cNvPr>
          <p:cNvSpPr>
            <a:spLocks noGrp="1"/>
          </p:cNvSpPr>
          <p:nvPr>
            <p:ph sz="quarter" idx="4"/>
          </p:nvPr>
        </p:nvSpPr>
        <p:spPr>
          <a:xfrm>
            <a:off x="6519672" y="3035808"/>
            <a:ext cx="5166360" cy="3310128"/>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Date Placeholder 6">
            <a:extLst>
              <a:ext uri="{FF2B5EF4-FFF2-40B4-BE49-F238E27FC236}">
                <a16:creationId xmlns:a16="http://schemas.microsoft.com/office/drawing/2014/main" id="{23010BD2-59B4-FD2E-3C5E-C83AE6003985}"/>
              </a:ext>
            </a:extLst>
          </p:cNvPr>
          <p:cNvSpPr>
            <a:spLocks noGrp="1"/>
          </p:cNvSpPr>
          <p:nvPr>
            <p:ph type="dt" sz="half" idx="10"/>
          </p:nvPr>
        </p:nvSpPr>
        <p:spPr/>
        <p:txBody>
          <a:bodyPr/>
          <a:lstStyle/>
          <a:p>
            <a:fld id="{E80C50CD-E178-4744-9B35-B2F624D6C5E9}" type="datetimeFigureOut">
              <a:rPr lang="en-US" smtClean="0"/>
              <a:t>5/1/2026</a:t>
            </a:fld>
            <a:endParaRPr lang="en-US"/>
          </a:p>
        </p:txBody>
      </p:sp>
      <p:sp>
        <p:nvSpPr>
          <p:cNvPr id="8" name="Footer Placeholder 7">
            <a:extLst>
              <a:ext uri="{FF2B5EF4-FFF2-40B4-BE49-F238E27FC236}">
                <a16:creationId xmlns:a16="http://schemas.microsoft.com/office/drawing/2014/main" id="{E72B35C4-A654-7759-BDA0-94D9D1A21663}"/>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F55F4347-2EC0-CA6E-2637-8048456D7ECB}"/>
              </a:ext>
            </a:extLst>
          </p:cNvPr>
          <p:cNvSpPr>
            <a:spLocks noGrp="1"/>
          </p:cNvSpPr>
          <p:nvPr>
            <p:ph type="sldNum" sz="quarter" idx="12"/>
          </p:nvPr>
        </p:nvSpPr>
        <p:spPr/>
        <p:txBody>
          <a:bodyPr/>
          <a:lstStyle/>
          <a:p>
            <a:fld id="{148CC95F-0247-41B6-91CF-DC97C76A7088}" type="slidenum">
              <a:rPr lang="en-US" smtClean="0"/>
              <a:t>‹#›</a:t>
            </a:fld>
            <a:endParaRPr lang="en-US"/>
          </a:p>
        </p:txBody>
      </p:sp>
    </p:spTree>
    <p:extLst>
      <p:ext uri="{BB962C8B-B14F-4D97-AF65-F5344CB8AC3E}">
        <p14:creationId xmlns:p14="http://schemas.microsoft.com/office/powerpoint/2010/main" val="128260431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34716D-52F2-C7FB-83B1-2DA1AD375EAE}"/>
              </a:ext>
            </a:extLst>
          </p:cNvPr>
          <p:cNvSpPr>
            <a:spLocks noGrp="1"/>
          </p:cNvSpPr>
          <p:nvPr>
            <p:ph type="title"/>
          </p:nvPr>
        </p:nvSpPr>
        <p:spPr/>
        <p:txBody>
          <a:bodyPr/>
          <a:lstStyle/>
          <a:p>
            <a:r>
              <a:rPr lang="en-US" dirty="0"/>
              <a:t>Click to edit Master title style</a:t>
            </a:r>
          </a:p>
        </p:txBody>
      </p:sp>
      <p:sp>
        <p:nvSpPr>
          <p:cNvPr id="3" name="Date Placeholder 2">
            <a:extLst>
              <a:ext uri="{FF2B5EF4-FFF2-40B4-BE49-F238E27FC236}">
                <a16:creationId xmlns:a16="http://schemas.microsoft.com/office/drawing/2014/main" id="{56F4A371-AC27-6A28-32E6-74A28371BF55}"/>
              </a:ext>
            </a:extLst>
          </p:cNvPr>
          <p:cNvSpPr>
            <a:spLocks noGrp="1"/>
          </p:cNvSpPr>
          <p:nvPr>
            <p:ph type="dt" sz="half" idx="10"/>
          </p:nvPr>
        </p:nvSpPr>
        <p:spPr/>
        <p:txBody>
          <a:bodyPr/>
          <a:lstStyle/>
          <a:p>
            <a:fld id="{E80C50CD-E178-4744-9B35-B2F624D6C5E9}" type="datetimeFigureOut">
              <a:rPr lang="en-US" smtClean="0"/>
              <a:t>5/1/2026</a:t>
            </a:fld>
            <a:endParaRPr lang="en-US"/>
          </a:p>
        </p:txBody>
      </p:sp>
      <p:sp>
        <p:nvSpPr>
          <p:cNvPr id="4" name="Footer Placeholder 3">
            <a:extLst>
              <a:ext uri="{FF2B5EF4-FFF2-40B4-BE49-F238E27FC236}">
                <a16:creationId xmlns:a16="http://schemas.microsoft.com/office/drawing/2014/main" id="{D155941A-A24E-885D-E894-0326F4C4004D}"/>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99D5E5B4-971F-FF6A-1B07-A5C85370552D}"/>
              </a:ext>
            </a:extLst>
          </p:cNvPr>
          <p:cNvSpPr>
            <a:spLocks noGrp="1"/>
          </p:cNvSpPr>
          <p:nvPr>
            <p:ph type="sldNum" sz="quarter" idx="12"/>
          </p:nvPr>
        </p:nvSpPr>
        <p:spPr/>
        <p:txBody>
          <a:bodyPr/>
          <a:lstStyle/>
          <a:p>
            <a:fld id="{148CC95F-0247-41B6-91CF-DC97C76A7088}" type="slidenum">
              <a:rPr lang="en-US" smtClean="0"/>
              <a:t>‹#›</a:t>
            </a:fld>
            <a:endParaRPr lang="en-US"/>
          </a:p>
        </p:txBody>
      </p:sp>
    </p:spTree>
    <p:extLst>
      <p:ext uri="{BB962C8B-B14F-4D97-AF65-F5344CB8AC3E}">
        <p14:creationId xmlns:p14="http://schemas.microsoft.com/office/powerpoint/2010/main" val="3950311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99F431F-E6DC-4137-3092-A30A0A3628EC}"/>
              </a:ext>
            </a:extLst>
          </p:cNvPr>
          <p:cNvSpPr>
            <a:spLocks noGrp="1"/>
          </p:cNvSpPr>
          <p:nvPr>
            <p:ph type="dt" sz="half" idx="10"/>
          </p:nvPr>
        </p:nvSpPr>
        <p:spPr/>
        <p:txBody>
          <a:bodyPr/>
          <a:lstStyle/>
          <a:p>
            <a:fld id="{E80C50CD-E178-4744-9B35-B2F624D6C5E9}" type="datetimeFigureOut">
              <a:rPr lang="en-US" smtClean="0"/>
              <a:t>5/1/2026</a:t>
            </a:fld>
            <a:endParaRPr lang="en-US"/>
          </a:p>
        </p:txBody>
      </p:sp>
      <p:sp>
        <p:nvSpPr>
          <p:cNvPr id="3" name="Footer Placeholder 2">
            <a:extLst>
              <a:ext uri="{FF2B5EF4-FFF2-40B4-BE49-F238E27FC236}">
                <a16:creationId xmlns:a16="http://schemas.microsoft.com/office/drawing/2014/main" id="{06AC814B-67B4-C70F-FA51-6205D5E2CB81}"/>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91EAA9C9-D895-DD20-1089-EA75EA428951}"/>
              </a:ext>
            </a:extLst>
          </p:cNvPr>
          <p:cNvSpPr>
            <a:spLocks noGrp="1"/>
          </p:cNvSpPr>
          <p:nvPr>
            <p:ph type="sldNum" sz="quarter" idx="12"/>
          </p:nvPr>
        </p:nvSpPr>
        <p:spPr/>
        <p:txBody>
          <a:bodyPr/>
          <a:lstStyle/>
          <a:p>
            <a:fld id="{148CC95F-0247-41B6-91CF-DC97C76A7088}" type="slidenum">
              <a:rPr lang="en-US" smtClean="0"/>
              <a:t>‹#›</a:t>
            </a:fld>
            <a:endParaRPr lang="en-US"/>
          </a:p>
        </p:txBody>
      </p:sp>
    </p:spTree>
    <p:extLst>
      <p:ext uri="{BB962C8B-B14F-4D97-AF65-F5344CB8AC3E}">
        <p14:creationId xmlns:p14="http://schemas.microsoft.com/office/powerpoint/2010/main" val="25236215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B50562-884C-9053-70C1-3B72A0B45EA6}"/>
              </a:ext>
            </a:extLst>
          </p:cNvPr>
          <p:cNvSpPr>
            <a:spLocks noGrp="1"/>
          </p:cNvSpPr>
          <p:nvPr>
            <p:ph type="title"/>
          </p:nvPr>
        </p:nvSpPr>
        <p:spPr>
          <a:xfrm>
            <a:off x="521208" y="978408"/>
            <a:ext cx="5020056" cy="2459736"/>
          </a:xfrm>
        </p:spPr>
        <p:txBody>
          <a:bodyPr anchor="t">
            <a:noAutofit/>
          </a:bodyPr>
          <a:lstStyle>
            <a:lvl1pPr>
              <a:defRPr sz="4400"/>
            </a:lvl1pPr>
          </a:lstStyle>
          <a:p>
            <a:r>
              <a:rPr lang="en-US" dirty="0"/>
              <a:t>Click to edit Master title style</a:t>
            </a:r>
          </a:p>
        </p:txBody>
      </p:sp>
      <p:sp>
        <p:nvSpPr>
          <p:cNvPr id="3" name="Content Placeholder 2">
            <a:extLst>
              <a:ext uri="{FF2B5EF4-FFF2-40B4-BE49-F238E27FC236}">
                <a16:creationId xmlns:a16="http://schemas.microsoft.com/office/drawing/2014/main" id="{0318F509-68F0-39D5-1A8B-CE246715AE46}"/>
              </a:ext>
            </a:extLst>
          </p:cNvPr>
          <p:cNvSpPr>
            <a:spLocks noGrp="1"/>
          </p:cNvSpPr>
          <p:nvPr>
            <p:ph idx="1"/>
          </p:nvPr>
        </p:nvSpPr>
        <p:spPr>
          <a:xfrm>
            <a:off x="6519672" y="987424"/>
            <a:ext cx="5166360" cy="5358384"/>
          </a:xfrm>
        </p:spPr>
        <p:txBody>
          <a:bodyPr>
            <a:normAutofit/>
          </a:bodyPr>
          <a:lstStyle>
            <a:lvl1pPr>
              <a:defRPr sz="2000"/>
            </a:lvl1pPr>
            <a:lvl2pPr>
              <a:defRPr sz="1800"/>
            </a:lvl2pPr>
            <a:lvl3pPr>
              <a:defRPr sz="1600"/>
            </a:lvl3pPr>
            <a:lvl4pPr>
              <a:defRPr sz="1400"/>
            </a:lvl4pPr>
            <a:lvl5pPr>
              <a:defRPr sz="1400"/>
            </a:lvl5pPr>
            <a:lvl6pPr>
              <a:defRPr sz="2000"/>
            </a:lvl6pPr>
            <a:lvl7pPr>
              <a:defRPr sz="2000"/>
            </a:lvl7pPr>
            <a:lvl8pPr>
              <a:defRPr sz="2000"/>
            </a:lvl8pPr>
            <a:lvl9pPr>
              <a:defRPr sz="20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a:extLst>
              <a:ext uri="{FF2B5EF4-FFF2-40B4-BE49-F238E27FC236}">
                <a16:creationId xmlns:a16="http://schemas.microsoft.com/office/drawing/2014/main" id="{F158E37C-27CE-3A84-FC74-BDCCD8A9A3EC}"/>
              </a:ext>
            </a:extLst>
          </p:cNvPr>
          <p:cNvSpPr>
            <a:spLocks noGrp="1"/>
          </p:cNvSpPr>
          <p:nvPr>
            <p:ph type="body" sz="half" idx="2"/>
          </p:nvPr>
        </p:nvSpPr>
        <p:spPr>
          <a:xfrm>
            <a:off x="521208" y="3575304"/>
            <a:ext cx="5020056" cy="2770632"/>
          </a:xfrm>
        </p:spPr>
        <p:txBody>
          <a:bodyPr>
            <a:normAutofit/>
          </a:bodyPr>
          <a:lstStyle>
            <a:lvl1pPr marL="0" indent="0">
              <a:buNone/>
              <a:defRPr sz="2200" i="1"/>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2A95F79-E23E-11D2-40BF-66ED340195DB}"/>
              </a:ext>
            </a:extLst>
          </p:cNvPr>
          <p:cNvSpPr>
            <a:spLocks noGrp="1"/>
          </p:cNvSpPr>
          <p:nvPr>
            <p:ph type="dt" sz="half" idx="10"/>
          </p:nvPr>
        </p:nvSpPr>
        <p:spPr/>
        <p:txBody>
          <a:bodyPr/>
          <a:lstStyle/>
          <a:p>
            <a:fld id="{E80C50CD-E178-4744-9B35-B2F624D6C5E9}" type="datetimeFigureOut">
              <a:rPr lang="en-US" smtClean="0"/>
              <a:t>5/1/2026</a:t>
            </a:fld>
            <a:endParaRPr lang="en-US"/>
          </a:p>
        </p:txBody>
      </p:sp>
      <p:sp>
        <p:nvSpPr>
          <p:cNvPr id="6" name="Footer Placeholder 5">
            <a:extLst>
              <a:ext uri="{FF2B5EF4-FFF2-40B4-BE49-F238E27FC236}">
                <a16:creationId xmlns:a16="http://schemas.microsoft.com/office/drawing/2014/main" id="{4457F7FC-06F3-3D89-5D1A-4EC4B1D7355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554ACD5-6E0B-5713-DC9A-41E9D62AB12D}"/>
              </a:ext>
            </a:extLst>
          </p:cNvPr>
          <p:cNvSpPr>
            <a:spLocks noGrp="1"/>
          </p:cNvSpPr>
          <p:nvPr>
            <p:ph type="sldNum" sz="quarter" idx="12"/>
          </p:nvPr>
        </p:nvSpPr>
        <p:spPr/>
        <p:txBody>
          <a:bodyPr/>
          <a:lstStyle/>
          <a:p>
            <a:fld id="{148CC95F-0247-41B6-91CF-DC97C76A7088}" type="slidenum">
              <a:rPr lang="en-US" smtClean="0"/>
              <a:t>‹#›</a:t>
            </a:fld>
            <a:endParaRPr lang="en-US"/>
          </a:p>
        </p:txBody>
      </p:sp>
    </p:spTree>
    <p:extLst>
      <p:ext uri="{BB962C8B-B14F-4D97-AF65-F5344CB8AC3E}">
        <p14:creationId xmlns:p14="http://schemas.microsoft.com/office/powerpoint/2010/main" val="53016814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5B2D45-7CDB-D38C-2AAE-273F797674E1}"/>
              </a:ext>
            </a:extLst>
          </p:cNvPr>
          <p:cNvSpPr>
            <a:spLocks noGrp="1"/>
          </p:cNvSpPr>
          <p:nvPr>
            <p:ph type="title"/>
          </p:nvPr>
        </p:nvSpPr>
        <p:spPr>
          <a:xfrm>
            <a:off x="521208" y="978408"/>
            <a:ext cx="5020056" cy="2459736"/>
          </a:xfrm>
        </p:spPr>
        <p:txBody>
          <a:bodyPr anchor="t">
            <a:noAutofit/>
          </a:bodyPr>
          <a:lstStyle>
            <a:lvl1pPr>
              <a:defRPr sz="4400"/>
            </a:lvl1pPr>
          </a:lstStyle>
          <a:p>
            <a:r>
              <a:rPr lang="en-US" dirty="0"/>
              <a:t>Click to edit Master title style</a:t>
            </a:r>
          </a:p>
        </p:txBody>
      </p:sp>
      <p:sp>
        <p:nvSpPr>
          <p:cNvPr id="3" name="Picture Placeholder 2">
            <a:extLst>
              <a:ext uri="{FF2B5EF4-FFF2-40B4-BE49-F238E27FC236}">
                <a16:creationId xmlns:a16="http://schemas.microsoft.com/office/drawing/2014/main" id="{CCBF0855-1744-56E4-B115-3A3C5EA7834B}"/>
              </a:ext>
            </a:extLst>
          </p:cNvPr>
          <p:cNvSpPr>
            <a:spLocks noGrp="1"/>
          </p:cNvSpPr>
          <p:nvPr>
            <p:ph type="pic" idx="1"/>
          </p:nvPr>
        </p:nvSpPr>
        <p:spPr>
          <a:xfrm>
            <a:off x="6519672" y="987424"/>
            <a:ext cx="5166360" cy="5358384"/>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385E8A1D-28AE-4A19-BD96-401D4822A53D}"/>
              </a:ext>
            </a:extLst>
          </p:cNvPr>
          <p:cNvSpPr>
            <a:spLocks noGrp="1"/>
          </p:cNvSpPr>
          <p:nvPr>
            <p:ph type="body" sz="half" idx="2"/>
          </p:nvPr>
        </p:nvSpPr>
        <p:spPr>
          <a:xfrm>
            <a:off x="521208" y="3575304"/>
            <a:ext cx="5020056" cy="2770632"/>
          </a:xfrm>
        </p:spPr>
        <p:txBody>
          <a:bodyPr>
            <a:normAutofit/>
          </a:bodyPr>
          <a:lstStyle>
            <a:lvl1pPr marL="0" indent="0">
              <a:buNone/>
              <a:defRPr sz="2200" i="1"/>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7327DDB-CE95-4C89-DFC5-7DDBFC24E89C}"/>
              </a:ext>
            </a:extLst>
          </p:cNvPr>
          <p:cNvSpPr>
            <a:spLocks noGrp="1"/>
          </p:cNvSpPr>
          <p:nvPr>
            <p:ph type="dt" sz="half" idx="10"/>
          </p:nvPr>
        </p:nvSpPr>
        <p:spPr/>
        <p:txBody>
          <a:bodyPr/>
          <a:lstStyle/>
          <a:p>
            <a:fld id="{E80C50CD-E178-4744-9B35-B2F624D6C5E9}" type="datetimeFigureOut">
              <a:rPr lang="en-US" smtClean="0"/>
              <a:t>5/1/2026</a:t>
            </a:fld>
            <a:endParaRPr lang="en-US"/>
          </a:p>
        </p:txBody>
      </p:sp>
      <p:sp>
        <p:nvSpPr>
          <p:cNvPr id="6" name="Footer Placeholder 5">
            <a:extLst>
              <a:ext uri="{FF2B5EF4-FFF2-40B4-BE49-F238E27FC236}">
                <a16:creationId xmlns:a16="http://schemas.microsoft.com/office/drawing/2014/main" id="{0522C835-F3B5-943C-FFC4-D5BA9666AF3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8709891-6E3C-ADED-01DD-15FCED37AF4A}"/>
              </a:ext>
            </a:extLst>
          </p:cNvPr>
          <p:cNvSpPr>
            <a:spLocks noGrp="1"/>
          </p:cNvSpPr>
          <p:nvPr>
            <p:ph type="sldNum" sz="quarter" idx="12"/>
          </p:nvPr>
        </p:nvSpPr>
        <p:spPr/>
        <p:txBody>
          <a:bodyPr/>
          <a:lstStyle/>
          <a:p>
            <a:fld id="{148CC95F-0247-41B6-91CF-DC97C76A7088}" type="slidenum">
              <a:rPr lang="en-US" smtClean="0"/>
              <a:t>‹#›</a:t>
            </a:fld>
            <a:endParaRPr lang="en-US"/>
          </a:p>
        </p:txBody>
      </p:sp>
    </p:spTree>
    <p:extLst>
      <p:ext uri="{BB962C8B-B14F-4D97-AF65-F5344CB8AC3E}">
        <p14:creationId xmlns:p14="http://schemas.microsoft.com/office/powerpoint/2010/main" val="153485792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C36771-E72D-FAD8-771E-3E196DD2E1C8}"/>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DB5BB827-257D-60D9-792F-E69590042971}"/>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CE5D2E7-C856-F78A-E88C-375474982A5F}"/>
              </a:ext>
            </a:extLst>
          </p:cNvPr>
          <p:cNvSpPr>
            <a:spLocks noGrp="1"/>
          </p:cNvSpPr>
          <p:nvPr>
            <p:ph type="dt" sz="half" idx="10"/>
          </p:nvPr>
        </p:nvSpPr>
        <p:spPr/>
        <p:txBody>
          <a:bodyPr/>
          <a:lstStyle/>
          <a:p>
            <a:fld id="{E80C50CD-E178-4744-9B35-B2F624D6C5E9}" type="datetimeFigureOut">
              <a:rPr lang="en-US" smtClean="0"/>
              <a:t>5/1/2026</a:t>
            </a:fld>
            <a:endParaRPr lang="en-US"/>
          </a:p>
        </p:txBody>
      </p:sp>
      <p:sp>
        <p:nvSpPr>
          <p:cNvPr id="5" name="Footer Placeholder 4">
            <a:extLst>
              <a:ext uri="{FF2B5EF4-FFF2-40B4-BE49-F238E27FC236}">
                <a16:creationId xmlns:a16="http://schemas.microsoft.com/office/drawing/2014/main" id="{0FDAB289-9591-51C9-9E3C-B6F2ACC6A62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7FE037C-790D-7442-8E43-D2740B3952B1}"/>
              </a:ext>
            </a:extLst>
          </p:cNvPr>
          <p:cNvSpPr>
            <a:spLocks noGrp="1"/>
          </p:cNvSpPr>
          <p:nvPr>
            <p:ph type="sldNum" sz="quarter" idx="12"/>
          </p:nvPr>
        </p:nvSpPr>
        <p:spPr/>
        <p:txBody>
          <a:bodyPr/>
          <a:lstStyle/>
          <a:p>
            <a:fld id="{148CC95F-0247-41B6-91CF-DC97C76A7088}" type="slidenum">
              <a:rPr lang="en-US" smtClean="0"/>
              <a:t>‹#›</a:t>
            </a:fld>
            <a:endParaRPr lang="en-US"/>
          </a:p>
        </p:txBody>
      </p:sp>
    </p:spTree>
    <p:extLst>
      <p:ext uri="{BB962C8B-B14F-4D97-AF65-F5344CB8AC3E}">
        <p14:creationId xmlns:p14="http://schemas.microsoft.com/office/powerpoint/2010/main" val="103364713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C2635151-A38B-3766-6A32-FF1DF7687D9F}"/>
              </a:ext>
            </a:extLst>
          </p:cNvPr>
          <p:cNvSpPr>
            <a:spLocks noGrp="1"/>
          </p:cNvSpPr>
          <p:nvPr>
            <p:ph type="title" orient="vert"/>
          </p:nvPr>
        </p:nvSpPr>
        <p:spPr>
          <a:xfrm>
            <a:off x="8659368" y="978408"/>
            <a:ext cx="2551176" cy="5367528"/>
          </a:xfrm>
        </p:spPr>
        <p:txBody>
          <a:bodyPr vert="eaVert"/>
          <a:lstStyle/>
          <a:p>
            <a:r>
              <a:rPr lang="en-US" dirty="0"/>
              <a:t>Click to edit Master title style</a:t>
            </a:r>
          </a:p>
        </p:txBody>
      </p:sp>
      <p:sp>
        <p:nvSpPr>
          <p:cNvPr id="3" name="Vertical Text Placeholder 2">
            <a:extLst>
              <a:ext uri="{FF2B5EF4-FFF2-40B4-BE49-F238E27FC236}">
                <a16:creationId xmlns:a16="http://schemas.microsoft.com/office/drawing/2014/main" id="{33D132D1-640C-FB9A-AD6F-D845738349F6}"/>
              </a:ext>
            </a:extLst>
          </p:cNvPr>
          <p:cNvSpPr>
            <a:spLocks noGrp="1"/>
          </p:cNvSpPr>
          <p:nvPr>
            <p:ph type="body" orient="vert" idx="1"/>
          </p:nvPr>
        </p:nvSpPr>
        <p:spPr>
          <a:xfrm>
            <a:off x="521208" y="978408"/>
            <a:ext cx="8010144" cy="5367528"/>
          </a:xfrm>
        </p:spPr>
        <p:txBody>
          <a:bodyPr vert="eaVert"/>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6955F80A-4BA7-8ED8-9A62-B92194272620}"/>
              </a:ext>
            </a:extLst>
          </p:cNvPr>
          <p:cNvSpPr>
            <a:spLocks noGrp="1"/>
          </p:cNvSpPr>
          <p:nvPr>
            <p:ph type="dt" sz="half" idx="10"/>
          </p:nvPr>
        </p:nvSpPr>
        <p:spPr/>
        <p:txBody>
          <a:bodyPr/>
          <a:lstStyle/>
          <a:p>
            <a:fld id="{E80C50CD-E178-4744-9B35-B2F624D6C5E9}" type="datetimeFigureOut">
              <a:rPr lang="en-US" smtClean="0"/>
              <a:t>5/1/2026</a:t>
            </a:fld>
            <a:endParaRPr lang="en-US"/>
          </a:p>
        </p:txBody>
      </p:sp>
      <p:sp>
        <p:nvSpPr>
          <p:cNvPr id="5" name="Footer Placeholder 4">
            <a:extLst>
              <a:ext uri="{FF2B5EF4-FFF2-40B4-BE49-F238E27FC236}">
                <a16:creationId xmlns:a16="http://schemas.microsoft.com/office/drawing/2014/main" id="{85E38113-D55A-A1A0-D1FE-53C95860FB6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8919DDB-F89D-4B2D-21A2-82AF1D1023E4}"/>
              </a:ext>
            </a:extLst>
          </p:cNvPr>
          <p:cNvSpPr>
            <a:spLocks noGrp="1"/>
          </p:cNvSpPr>
          <p:nvPr>
            <p:ph type="sldNum" sz="quarter" idx="12"/>
          </p:nvPr>
        </p:nvSpPr>
        <p:spPr/>
        <p:txBody>
          <a:bodyPr/>
          <a:lstStyle/>
          <a:p>
            <a:fld id="{148CC95F-0247-41B6-91CF-DC97C76A7088}" type="slidenum">
              <a:rPr lang="en-US" smtClean="0"/>
              <a:t>‹#›</a:t>
            </a:fld>
            <a:endParaRPr lang="en-US"/>
          </a:p>
        </p:txBody>
      </p:sp>
      <p:sp>
        <p:nvSpPr>
          <p:cNvPr id="7" name="Rectangle 6">
            <a:extLst>
              <a:ext uri="{FF2B5EF4-FFF2-40B4-BE49-F238E27FC236}">
                <a16:creationId xmlns:a16="http://schemas.microsoft.com/office/drawing/2014/main" id="{262572D8-D485-1DB1-34B1-C35C61C89940}"/>
              </a:ext>
            </a:extLst>
          </p:cNvPr>
          <p:cNvSpPr/>
          <p:nvPr/>
        </p:nvSpPr>
        <p:spPr>
          <a:xfrm rot="5400000">
            <a:off x="8936623" y="3585018"/>
            <a:ext cx="5325734" cy="14927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61216164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31A28D7-6581-4956-AAE3-9104804DF55B}"/>
              </a:ext>
            </a:extLst>
          </p:cNvPr>
          <p:cNvSpPr>
            <a:spLocks noGrp="1"/>
          </p:cNvSpPr>
          <p:nvPr>
            <p:ph type="title"/>
          </p:nvPr>
        </p:nvSpPr>
        <p:spPr>
          <a:xfrm>
            <a:off x="521208" y="978408"/>
            <a:ext cx="11155680" cy="1463040"/>
          </a:xfrm>
          <a:prstGeom prst="rect">
            <a:avLst/>
          </a:prstGeom>
        </p:spPr>
        <p:txBody>
          <a:bodyPr vert="horz" lIns="91440" tIns="45720" rIns="91440" bIns="45720" rtlCol="0" anchor="t">
            <a:normAutofit/>
          </a:bodyPr>
          <a:lstStyle/>
          <a:p>
            <a:r>
              <a:rPr lang="en-US" dirty="0"/>
              <a:t>Click to edit Master title style</a:t>
            </a:r>
          </a:p>
        </p:txBody>
      </p:sp>
      <p:sp>
        <p:nvSpPr>
          <p:cNvPr id="3" name="Text Placeholder 2">
            <a:extLst>
              <a:ext uri="{FF2B5EF4-FFF2-40B4-BE49-F238E27FC236}">
                <a16:creationId xmlns:a16="http://schemas.microsoft.com/office/drawing/2014/main" id="{F3CFCCA4-57A4-08A1-FC45-D2BBA66FABFA}"/>
              </a:ext>
            </a:extLst>
          </p:cNvPr>
          <p:cNvSpPr>
            <a:spLocks noGrp="1"/>
          </p:cNvSpPr>
          <p:nvPr>
            <p:ph type="body" idx="1"/>
          </p:nvPr>
        </p:nvSpPr>
        <p:spPr>
          <a:xfrm>
            <a:off x="521208" y="2578608"/>
            <a:ext cx="11155680" cy="376732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B0FAA0F4-2442-8D45-3C3D-1B8F55C8683A}"/>
              </a:ext>
            </a:extLst>
          </p:cNvPr>
          <p:cNvSpPr>
            <a:spLocks noGrp="1"/>
          </p:cNvSpPr>
          <p:nvPr>
            <p:ph type="dt" sz="half" idx="2"/>
          </p:nvPr>
        </p:nvSpPr>
        <p:spPr>
          <a:xfrm>
            <a:off x="521208" y="6419088"/>
            <a:ext cx="2743200" cy="365125"/>
          </a:xfrm>
          <a:prstGeom prst="rect">
            <a:avLst/>
          </a:prstGeom>
        </p:spPr>
        <p:txBody>
          <a:bodyPr vert="horz" lIns="91440" tIns="45720" rIns="91440" bIns="45720" rtlCol="0" anchor="ctr"/>
          <a:lstStyle>
            <a:lvl1pPr algn="l">
              <a:defRPr sz="900">
                <a:solidFill>
                  <a:schemeClr val="tx1"/>
                </a:solidFill>
              </a:defRPr>
            </a:lvl1pPr>
          </a:lstStyle>
          <a:p>
            <a:fld id="{E80C50CD-E178-4744-9B35-B2F624D6C5E9}" type="datetimeFigureOut">
              <a:rPr lang="en-US" smtClean="0"/>
              <a:pPr/>
              <a:t>5/1/2026</a:t>
            </a:fld>
            <a:endParaRPr lang="en-US"/>
          </a:p>
        </p:txBody>
      </p:sp>
      <p:sp>
        <p:nvSpPr>
          <p:cNvPr id="5" name="Footer Placeholder 4">
            <a:extLst>
              <a:ext uri="{FF2B5EF4-FFF2-40B4-BE49-F238E27FC236}">
                <a16:creationId xmlns:a16="http://schemas.microsoft.com/office/drawing/2014/main" id="{9E03785E-FB42-1D54-92AC-D0A61A8FABD4}"/>
              </a:ext>
            </a:extLst>
          </p:cNvPr>
          <p:cNvSpPr>
            <a:spLocks noGrp="1"/>
          </p:cNvSpPr>
          <p:nvPr>
            <p:ph type="ftr" sz="quarter" idx="3"/>
          </p:nvPr>
        </p:nvSpPr>
        <p:spPr>
          <a:xfrm>
            <a:off x="521208" y="100584"/>
            <a:ext cx="4114800" cy="365125"/>
          </a:xfrm>
          <a:prstGeom prst="rect">
            <a:avLst/>
          </a:prstGeom>
        </p:spPr>
        <p:txBody>
          <a:bodyPr vert="horz" lIns="91440" tIns="45720" rIns="91440" bIns="45720" rtlCol="0" anchor="ctr"/>
          <a:lstStyle>
            <a:lvl1pPr algn="l">
              <a:defRPr sz="900">
                <a:solidFill>
                  <a:schemeClr val="tx1"/>
                </a:solidFill>
              </a:defRPr>
            </a:lvl1pPr>
          </a:lstStyle>
          <a:p>
            <a:endParaRPr lang="en-US" dirty="0"/>
          </a:p>
        </p:txBody>
      </p:sp>
      <p:sp>
        <p:nvSpPr>
          <p:cNvPr id="6" name="Slide Number Placeholder 5">
            <a:extLst>
              <a:ext uri="{FF2B5EF4-FFF2-40B4-BE49-F238E27FC236}">
                <a16:creationId xmlns:a16="http://schemas.microsoft.com/office/drawing/2014/main" id="{BCC9CF34-1274-DB45-4809-90E5D244A9AE}"/>
              </a:ext>
            </a:extLst>
          </p:cNvPr>
          <p:cNvSpPr>
            <a:spLocks noGrp="1"/>
          </p:cNvSpPr>
          <p:nvPr>
            <p:ph type="sldNum" sz="quarter" idx="4"/>
          </p:nvPr>
        </p:nvSpPr>
        <p:spPr>
          <a:xfrm>
            <a:off x="11457432" y="6419088"/>
            <a:ext cx="640080" cy="365125"/>
          </a:xfrm>
          <a:prstGeom prst="rect">
            <a:avLst/>
          </a:prstGeom>
        </p:spPr>
        <p:txBody>
          <a:bodyPr vert="horz" lIns="91440" tIns="45720" rIns="91440" bIns="45720" rtlCol="0" anchor="ctr"/>
          <a:lstStyle>
            <a:lvl1pPr algn="r">
              <a:defRPr sz="900">
                <a:solidFill>
                  <a:schemeClr val="tx1"/>
                </a:solidFill>
              </a:defRPr>
            </a:lvl1pPr>
          </a:lstStyle>
          <a:p>
            <a:fld id="{148CC95F-0247-41B6-91CF-DC97C76A7088}" type="slidenum">
              <a:rPr lang="en-US" smtClean="0"/>
              <a:pPr/>
              <a:t>‹#›</a:t>
            </a:fld>
            <a:endParaRPr lang="en-US"/>
          </a:p>
        </p:txBody>
      </p:sp>
      <p:sp>
        <p:nvSpPr>
          <p:cNvPr id="7" name="Freeform: Shape 6">
            <a:extLst>
              <a:ext uri="{FF2B5EF4-FFF2-40B4-BE49-F238E27FC236}">
                <a16:creationId xmlns:a16="http://schemas.microsoft.com/office/drawing/2014/main" id="{774A975B-A886-5202-0489-6965514A0D14}"/>
              </a:ext>
              <a:ext uri="{C183D7F6-B498-43B3-948B-1728B52AA6E4}">
                <adec:decorative xmlns:adec="http://schemas.microsoft.com/office/drawing/2017/decorative" val="1"/>
              </a:ext>
            </a:extLst>
          </p:cNvPr>
          <p:cNvSpPr/>
          <p:nvPr/>
        </p:nvSpPr>
        <p:spPr>
          <a:xfrm>
            <a:off x="517869" y="508090"/>
            <a:ext cx="11153214" cy="149279"/>
          </a:xfrm>
          <a:custGeom>
            <a:avLst/>
            <a:gdLst>
              <a:gd name="connsiteX0" fmla="*/ 0 w 8085002"/>
              <a:gd name="connsiteY0" fmla="*/ 0 h 149279"/>
              <a:gd name="connsiteX1" fmla="*/ 8085002 w 8085002"/>
              <a:gd name="connsiteY1" fmla="*/ 0 h 149279"/>
              <a:gd name="connsiteX2" fmla="*/ 8085002 w 8085002"/>
              <a:gd name="connsiteY2" fmla="*/ 149279 h 149279"/>
              <a:gd name="connsiteX3" fmla="*/ 0 w 8085002"/>
              <a:gd name="connsiteY3" fmla="*/ 149279 h 149279"/>
            </a:gdLst>
            <a:ahLst/>
            <a:cxnLst>
              <a:cxn ang="0">
                <a:pos x="connsiteX0" y="connsiteY0"/>
              </a:cxn>
              <a:cxn ang="0">
                <a:pos x="connsiteX1" y="connsiteY1"/>
              </a:cxn>
              <a:cxn ang="0">
                <a:pos x="connsiteX2" y="connsiteY2"/>
              </a:cxn>
              <a:cxn ang="0">
                <a:pos x="connsiteX3" y="connsiteY3"/>
              </a:cxn>
            </a:cxnLst>
            <a:rect l="l" t="t" r="r" b="b"/>
            <a:pathLst>
              <a:path w="8085002" h="149279">
                <a:moveTo>
                  <a:pt x="0" y="0"/>
                </a:moveTo>
                <a:lnTo>
                  <a:pt x="8085002" y="0"/>
                </a:lnTo>
                <a:lnTo>
                  <a:pt x="8085002" y="149279"/>
                </a:lnTo>
                <a:lnTo>
                  <a:pt x="0" y="149279"/>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Tree>
    <p:extLst>
      <p:ext uri="{BB962C8B-B14F-4D97-AF65-F5344CB8AC3E}">
        <p14:creationId xmlns:p14="http://schemas.microsoft.com/office/powerpoint/2010/main" val="2007203587"/>
      </p:ext>
    </p:extLst>
  </p:cSld>
  <p:clrMap bg1="lt1" tx1="dk1" bg2="lt2" tx2="dk2" accent1="accent1" accent2="accent2" accent3="accent3" accent4="accent4" accent5="accent5" accent6="accent6" hlink="hlink" folHlink="folHlink"/>
  <p:sldLayoutIdLst>
    <p:sldLayoutId id="2147483708" r:id="rId1"/>
    <p:sldLayoutId id="2147483709" r:id="rId2"/>
    <p:sldLayoutId id="2147483710" r:id="rId3"/>
    <p:sldLayoutId id="2147483711" r:id="rId4"/>
    <p:sldLayoutId id="2147483712" r:id="rId5"/>
    <p:sldLayoutId id="2147483706" r:id="rId6"/>
    <p:sldLayoutId id="2147483702" r:id="rId7"/>
    <p:sldLayoutId id="2147483703" r:id="rId8"/>
    <p:sldLayoutId id="2147483704" r:id="rId9"/>
    <p:sldLayoutId id="2147483705" r:id="rId10"/>
    <p:sldLayoutId id="2147483707" r:id="rId11"/>
  </p:sldLayoutIdLst>
  <p:txStyles>
    <p:titleStyle>
      <a:lvl1pPr algn="l" defTabSz="914400" rtl="0" eaLnBrk="1" latinLnBrk="0" hangingPunct="1">
        <a:lnSpc>
          <a:spcPct val="100000"/>
        </a:lnSpc>
        <a:spcBef>
          <a:spcPct val="0"/>
        </a:spcBef>
        <a:buNone/>
        <a:defRPr sz="4400" b="1" kern="1200">
          <a:solidFill>
            <a:schemeClr val="tx1"/>
          </a:solidFill>
          <a:latin typeface="+mj-lt"/>
          <a:ea typeface="+mj-ea"/>
          <a:cs typeface="+mj-cs"/>
        </a:defRPr>
      </a:lvl1pPr>
    </p:titleStyle>
    <p:bodyStyle>
      <a:lvl1pPr marL="228600" indent="-228600" algn="l" defTabSz="914400" rtl="0" eaLnBrk="1" latinLnBrk="0" hangingPunct="1">
        <a:lnSpc>
          <a:spcPct val="11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8" Type="http://schemas.microsoft.com/office/2007/relationships/diagramDrawing" Target="../diagrams/drawing2.xml"/><Relationship Id="rId3" Type="http://schemas.openxmlformats.org/officeDocument/2006/relationships/image" Target="../media/image3.png"/><Relationship Id="rId7" Type="http://schemas.openxmlformats.org/officeDocument/2006/relationships/diagramColors" Target="../diagrams/colors2.xml"/><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diagramQuickStyle" Target="../diagrams/quickStyle2.xml"/><Relationship Id="rId5" Type="http://schemas.openxmlformats.org/officeDocument/2006/relationships/diagramLayout" Target="../diagrams/layout2.xml"/><Relationship Id="rId4" Type="http://schemas.openxmlformats.org/officeDocument/2006/relationships/diagramData" Target="../diagrams/data2.xml"/></Relationships>
</file>

<file path=ppt/slides/_rels/slide5.xml.rels><?xml version="1.0" encoding="UTF-8" standalone="yes"?>
<Relationships xmlns="http://schemas.openxmlformats.org/package/2006/relationships"><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s>
</file>

<file path=ppt/slides/_rels/slide6.xml.rels><?xml version="1.0" encoding="UTF-8" standalone="yes"?>
<Relationships xmlns="http://schemas.openxmlformats.org/package/2006/relationships"><Relationship Id="rId8" Type="http://schemas.openxmlformats.org/officeDocument/2006/relationships/image" Target="../media/image4.png"/><Relationship Id="rId3" Type="http://schemas.openxmlformats.org/officeDocument/2006/relationships/diagramData" Target="../diagrams/data4.xml"/><Relationship Id="rId7" Type="http://schemas.microsoft.com/office/2007/relationships/diagramDrawing" Target="../diagrams/drawing4.xml"/><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diagramColors" Target="../diagrams/colors4.xml"/><Relationship Id="rId5" Type="http://schemas.openxmlformats.org/officeDocument/2006/relationships/diagramQuickStyle" Target="../diagrams/quickStyle4.xml"/><Relationship Id="rId4" Type="http://schemas.openxmlformats.org/officeDocument/2006/relationships/diagramLayout" Target="../diagrams/layout4.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diagramData" Target="../diagrams/data5.xml"/><Relationship Id="rId7" Type="http://schemas.microsoft.com/office/2007/relationships/diagramDrawing" Target="../diagrams/drawing5.xml"/><Relationship Id="rId2" Type="http://schemas.openxmlformats.org/officeDocument/2006/relationships/notesSlide" Target="../notesSlides/notesSlide8.xml"/><Relationship Id="rId1" Type="http://schemas.openxmlformats.org/officeDocument/2006/relationships/slideLayout" Target="../slideLayouts/slideLayout2.xml"/><Relationship Id="rId6" Type="http://schemas.openxmlformats.org/officeDocument/2006/relationships/diagramColors" Target="../diagrams/colors5.xml"/><Relationship Id="rId5" Type="http://schemas.openxmlformats.org/officeDocument/2006/relationships/diagramQuickStyle" Target="../diagrams/quickStyle5.xml"/><Relationship Id="rId4" Type="http://schemas.openxmlformats.org/officeDocument/2006/relationships/diagramLayout" Target="../diagrams/layout5.xml"/></Relationships>
</file>

<file path=ppt/slides/_rels/slide9.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1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8" Type="http://schemas.microsoft.com/office/2007/relationships/diagramDrawing" Target="../diagrams/drawing6.xml"/><Relationship Id="rId3" Type="http://schemas.openxmlformats.org/officeDocument/2006/relationships/image" Target="../media/image11.png"/><Relationship Id="rId7" Type="http://schemas.openxmlformats.org/officeDocument/2006/relationships/diagramColors" Target="../diagrams/colors6.xml"/><Relationship Id="rId2" Type="http://schemas.openxmlformats.org/officeDocument/2006/relationships/notesSlide" Target="../notesSlides/notesSlide12.xml"/><Relationship Id="rId1" Type="http://schemas.openxmlformats.org/officeDocument/2006/relationships/slideLayout" Target="../slideLayouts/slideLayout2.xml"/><Relationship Id="rId6" Type="http://schemas.openxmlformats.org/officeDocument/2006/relationships/diagramQuickStyle" Target="../diagrams/quickStyle6.xml"/><Relationship Id="rId5" Type="http://schemas.openxmlformats.org/officeDocument/2006/relationships/diagramLayout" Target="../diagrams/layout6.xml"/><Relationship Id="rId4" Type="http://schemas.openxmlformats.org/officeDocument/2006/relationships/diagramData" Target="../diagrams/data6.xml"/></Relationships>
</file>

<file path=ppt/slides/_rels/slide13.xml.rels><?xml version="1.0" encoding="UTF-8" standalone="yes"?>
<Relationships xmlns="http://schemas.openxmlformats.org/package/2006/relationships"><Relationship Id="rId3" Type="http://schemas.openxmlformats.org/officeDocument/2006/relationships/hyperlink" Target="https://doi.org/10.1007/s12310-022-09551-0" TargetMode="External"/><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hyperlink" Target="https://www.ncbi.nlm.nih.gov/books/NBK559140/" TargetMode="External"/><Relationship Id="rId2" Type="http://schemas.openxmlformats.org/officeDocument/2006/relationships/notesSlide" Target="../notesSlides/notesSlide14.xml"/><Relationship Id="rId1" Type="http://schemas.openxmlformats.org/officeDocument/2006/relationships/slideLayout" Target="../slideLayouts/slideLayout2.xml"/><Relationship Id="rId5" Type="http://schemas.openxmlformats.org/officeDocument/2006/relationships/hyperlink" Target="https://doi.org/10.7759/cureus.1239" TargetMode="External"/><Relationship Id="rId4" Type="http://schemas.openxmlformats.org/officeDocument/2006/relationships/hyperlink" Target="https://www.stanfordchildrens.org/en/topic/default?id=posttraumatic-stress-disorder-ptsd-in-children-90-P02579" TargetMode="Externa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4" name="Freeform: Shape 93">
            <a:extLst>
              <a:ext uri="{FF2B5EF4-FFF2-40B4-BE49-F238E27FC236}">
                <a16:creationId xmlns:a16="http://schemas.microsoft.com/office/drawing/2014/main" id="{774A975B-A886-5202-0489-6965514A0D1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7869" y="508090"/>
            <a:ext cx="11153214" cy="149279"/>
          </a:xfrm>
          <a:custGeom>
            <a:avLst/>
            <a:gdLst>
              <a:gd name="connsiteX0" fmla="*/ 0 w 8085002"/>
              <a:gd name="connsiteY0" fmla="*/ 0 h 149279"/>
              <a:gd name="connsiteX1" fmla="*/ 8085002 w 8085002"/>
              <a:gd name="connsiteY1" fmla="*/ 0 h 149279"/>
              <a:gd name="connsiteX2" fmla="*/ 8085002 w 8085002"/>
              <a:gd name="connsiteY2" fmla="*/ 149279 h 149279"/>
              <a:gd name="connsiteX3" fmla="*/ 0 w 8085002"/>
              <a:gd name="connsiteY3" fmla="*/ 149279 h 149279"/>
            </a:gdLst>
            <a:ahLst/>
            <a:cxnLst>
              <a:cxn ang="0">
                <a:pos x="connsiteX0" y="connsiteY0"/>
              </a:cxn>
              <a:cxn ang="0">
                <a:pos x="connsiteX1" y="connsiteY1"/>
              </a:cxn>
              <a:cxn ang="0">
                <a:pos x="connsiteX2" y="connsiteY2"/>
              </a:cxn>
              <a:cxn ang="0">
                <a:pos x="connsiteX3" y="connsiteY3"/>
              </a:cxn>
            </a:cxnLst>
            <a:rect l="l" t="t" r="r" b="b"/>
            <a:pathLst>
              <a:path w="8085002" h="149279">
                <a:moveTo>
                  <a:pt x="0" y="0"/>
                </a:moveTo>
                <a:lnTo>
                  <a:pt x="8085002" y="0"/>
                </a:lnTo>
                <a:lnTo>
                  <a:pt x="8085002" y="149279"/>
                </a:lnTo>
                <a:lnTo>
                  <a:pt x="0" y="149279"/>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useBgFill="1">
        <p:nvSpPr>
          <p:cNvPr id="95" name="Rectangle 94">
            <a:extLst>
              <a:ext uri="{FF2B5EF4-FFF2-40B4-BE49-F238E27FC236}">
                <a16:creationId xmlns:a16="http://schemas.microsoft.com/office/drawing/2014/main" id="{0EC38958-9A69-239A-BA79-2AEC73345F4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799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Bierstadt"/>
              <a:ea typeface="+mn-ea"/>
              <a:cs typeface="+mn-cs"/>
            </a:endParaRPr>
          </a:p>
        </p:txBody>
      </p:sp>
      <p:sp>
        <p:nvSpPr>
          <p:cNvPr id="2" name="Title 1">
            <a:extLst>
              <a:ext uri="{FF2B5EF4-FFF2-40B4-BE49-F238E27FC236}">
                <a16:creationId xmlns:a16="http://schemas.microsoft.com/office/drawing/2014/main" id="{4248BBBA-3F5E-C1C6-28E8-344B43560074}"/>
              </a:ext>
            </a:extLst>
          </p:cNvPr>
          <p:cNvSpPr>
            <a:spLocks noGrp="1"/>
          </p:cNvSpPr>
          <p:nvPr>
            <p:ph type="ctrTitle"/>
          </p:nvPr>
        </p:nvSpPr>
        <p:spPr>
          <a:xfrm>
            <a:off x="6995160" y="978408"/>
            <a:ext cx="4745736" cy="1463040"/>
          </a:xfrm>
        </p:spPr>
        <p:txBody>
          <a:bodyPr vert="horz" lIns="91440" tIns="45720" rIns="91440" bIns="45720" rtlCol="0" anchor="t">
            <a:normAutofit/>
          </a:bodyPr>
          <a:lstStyle/>
          <a:p>
            <a:pPr>
              <a:lnSpc>
                <a:spcPct val="90000"/>
              </a:lnSpc>
            </a:pPr>
            <a:r>
              <a:rPr lang="en-US" sz="2400" b="1" kern="1200" dirty="0">
                <a:solidFill>
                  <a:schemeClr val="tx1"/>
                </a:solidFill>
                <a:latin typeface="+mj-lt"/>
                <a:ea typeface="+mj-ea"/>
                <a:cs typeface="+mj-cs"/>
              </a:rPr>
              <a:t>Understanding and Supporting Children with Posttraumatic Stress Disorder (PTSD)</a:t>
            </a:r>
          </a:p>
        </p:txBody>
      </p:sp>
      <p:pic>
        <p:nvPicPr>
          <p:cNvPr id="52" name="Picture 51">
            <a:extLst>
              <a:ext uri="{FF2B5EF4-FFF2-40B4-BE49-F238E27FC236}">
                <a16:creationId xmlns:a16="http://schemas.microsoft.com/office/drawing/2014/main" id="{CF3F872D-F391-6D6C-CBA5-4C5FFB0BE814}"/>
              </a:ext>
            </a:extLst>
          </p:cNvPr>
          <p:cNvPicPr>
            <a:picLocks noChangeAspect="1"/>
          </p:cNvPicPr>
          <p:nvPr/>
        </p:nvPicPr>
        <p:blipFill>
          <a:blip r:embed="rId3"/>
          <a:srcRect r="-3" b="86"/>
          <a:stretch>
            <a:fillRect/>
          </a:stretch>
        </p:blipFill>
        <p:spPr>
          <a:xfrm>
            <a:off x="517868" y="508090"/>
            <a:ext cx="5705856" cy="5846990"/>
          </a:xfrm>
          <a:prstGeom prst="rect">
            <a:avLst/>
          </a:prstGeom>
        </p:spPr>
      </p:pic>
      <p:sp>
        <p:nvSpPr>
          <p:cNvPr id="96" name="Freeform: Shape 95">
            <a:extLst>
              <a:ext uri="{FF2B5EF4-FFF2-40B4-BE49-F238E27FC236}">
                <a16:creationId xmlns:a16="http://schemas.microsoft.com/office/drawing/2014/main" id="{6EC109E5-0396-8968-4F42-DFEC280363B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016407" y="508090"/>
            <a:ext cx="4660733" cy="149279"/>
          </a:xfrm>
          <a:custGeom>
            <a:avLst/>
            <a:gdLst>
              <a:gd name="connsiteX0" fmla="*/ 0 w 6090847"/>
              <a:gd name="connsiteY0" fmla="*/ 0 h 149279"/>
              <a:gd name="connsiteX1" fmla="*/ 6090847 w 6090847"/>
              <a:gd name="connsiteY1" fmla="*/ 0 h 149279"/>
              <a:gd name="connsiteX2" fmla="*/ 6090847 w 6090847"/>
              <a:gd name="connsiteY2" fmla="*/ 149279 h 149279"/>
              <a:gd name="connsiteX3" fmla="*/ 0 w 6090847"/>
              <a:gd name="connsiteY3" fmla="*/ 149279 h 149279"/>
            </a:gdLst>
            <a:ahLst/>
            <a:cxnLst>
              <a:cxn ang="0">
                <a:pos x="connsiteX0" y="connsiteY0"/>
              </a:cxn>
              <a:cxn ang="0">
                <a:pos x="connsiteX1" y="connsiteY1"/>
              </a:cxn>
              <a:cxn ang="0">
                <a:pos x="connsiteX2" y="connsiteY2"/>
              </a:cxn>
              <a:cxn ang="0">
                <a:pos x="connsiteX3" y="connsiteY3"/>
              </a:cxn>
            </a:cxnLst>
            <a:rect l="l" t="t" r="r" b="b"/>
            <a:pathLst>
              <a:path w="6090847" h="149279">
                <a:moveTo>
                  <a:pt x="0" y="0"/>
                </a:moveTo>
                <a:lnTo>
                  <a:pt x="6090847" y="0"/>
                </a:lnTo>
                <a:lnTo>
                  <a:pt x="6090847" y="149279"/>
                </a:lnTo>
                <a:lnTo>
                  <a:pt x="0" y="149279"/>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Bierstadt"/>
              <a:ea typeface="+mn-ea"/>
              <a:cs typeface="+mn-cs"/>
            </a:endParaRPr>
          </a:p>
        </p:txBody>
      </p:sp>
      <p:sp>
        <p:nvSpPr>
          <p:cNvPr id="3" name="Subtitle 2">
            <a:extLst>
              <a:ext uri="{FF2B5EF4-FFF2-40B4-BE49-F238E27FC236}">
                <a16:creationId xmlns:a16="http://schemas.microsoft.com/office/drawing/2014/main" id="{3AC05293-5537-6882-220C-82046F9494F3}"/>
              </a:ext>
            </a:extLst>
          </p:cNvPr>
          <p:cNvSpPr>
            <a:spLocks noGrp="1"/>
          </p:cNvSpPr>
          <p:nvPr>
            <p:ph type="subTitle" idx="1"/>
          </p:nvPr>
        </p:nvSpPr>
        <p:spPr>
          <a:xfrm>
            <a:off x="6995160" y="2578608"/>
            <a:ext cx="4672584" cy="3767328"/>
          </a:xfrm>
        </p:spPr>
        <p:txBody>
          <a:bodyPr vert="horz" lIns="91440" tIns="45720" rIns="91440" bIns="45720" rtlCol="0">
            <a:normAutofit/>
          </a:bodyPr>
          <a:lstStyle/>
          <a:p>
            <a:pPr indent="-228600">
              <a:buFont typeface="Arial" panose="020B0604020202020204" pitchFamily="34" charset="0"/>
              <a:buChar char="•"/>
            </a:pPr>
            <a:r>
              <a:rPr lang="en-US" dirty="0"/>
              <a:t>Presented by</a:t>
            </a:r>
          </a:p>
          <a:p>
            <a:pPr indent="-228600">
              <a:buFont typeface="Arial" panose="020B0604020202020204" pitchFamily="34" charset="0"/>
              <a:buChar char="•"/>
            </a:pPr>
            <a:r>
              <a:rPr lang="en-US" dirty="0"/>
              <a:t>Huyen Nguyen</a:t>
            </a:r>
          </a:p>
          <a:p>
            <a:pPr indent="-228600">
              <a:buFont typeface="Arial" panose="020B0604020202020204" pitchFamily="34" charset="0"/>
              <a:buChar char="•"/>
            </a:pPr>
            <a:r>
              <a:rPr lang="en-US" dirty="0"/>
              <a:t>American College of Education</a:t>
            </a:r>
          </a:p>
          <a:p>
            <a:pPr indent="-228600">
              <a:buFont typeface="Arial" panose="020B0604020202020204" pitchFamily="34" charset="0"/>
              <a:buChar char="•"/>
            </a:pPr>
            <a:r>
              <a:rPr lang="en-US" dirty="0"/>
              <a:t>HLTH5403: Behavioral Diversity and Health Education</a:t>
            </a:r>
          </a:p>
          <a:p>
            <a:pPr indent="-228600">
              <a:buFont typeface="Arial" panose="020B0604020202020204" pitchFamily="34" charset="0"/>
              <a:buChar char="•"/>
            </a:pPr>
            <a:r>
              <a:rPr lang="en-US" dirty="0"/>
              <a:t>Professior Gretchen Burke</a:t>
            </a:r>
          </a:p>
          <a:p>
            <a:pPr indent="-228600">
              <a:buFont typeface="Arial" panose="020B0604020202020204" pitchFamily="34" charset="0"/>
              <a:buChar char="•"/>
            </a:pPr>
            <a:r>
              <a:rPr lang="en-US" dirty="0"/>
              <a:t>May 03, 2026</a:t>
            </a:r>
          </a:p>
        </p:txBody>
      </p:sp>
    </p:spTree>
    <p:extLst>
      <p:ext uri="{BB962C8B-B14F-4D97-AF65-F5344CB8AC3E}">
        <p14:creationId xmlns:p14="http://schemas.microsoft.com/office/powerpoint/2010/main" val="78410624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53" name="Rectangle 52">
            <a:extLst>
              <a:ext uri="{FF2B5EF4-FFF2-40B4-BE49-F238E27FC236}">
                <a16:creationId xmlns:a16="http://schemas.microsoft.com/office/drawing/2014/main" id="{04213918-F1EB-4BCE-BE23-F5E9851EE05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799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33FAEE7E-69A4-FC43-B6EE-BCA560BC7693}"/>
              </a:ext>
            </a:extLst>
          </p:cNvPr>
          <p:cNvSpPr>
            <a:spLocks noGrp="1"/>
          </p:cNvSpPr>
          <p:nvPr>
            <p:ph type="title"/>
          </p:nvPr>
        </p:nvSpPr>
        <p:spPr>
          <a:xfrm>
            <a:off x="521208" y="978408"/>
            <a:ext cx="11155680" cy="1463040"/>
          </a:xfrm>
        </p:spPr>
        <p:txBody>
          <a:bodyPr>
            <a:normAutofit/>
          </a:bodyPr>
          <a:lstStyle/>
          <a:p>
            <a:r>
              <a:rPr lang="en-US"/>
              <a:t>Learning Objectives</a:t>
            </a:r>
          </a:p>
        </p:txBody>
      </p:sp>
      <p:sp>
        <p:nvSpPr>
          <p:cNvPr id="55" name="Rectangle 54">
            <a:extLst>
              <a:ext uri="{FF2B5EF4-FFF2-40B4-BE49-F238E27FC236}">
                <a16:creationId xmlns:a16="http://schemas.microsoft.com/office/drawing/2014/main" id="{2062E862-C7F7-4CA1-B929-D0B75F5E9FB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7869" y="508090"/>
            <a:ext cx="11155680" cy="14927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26" name="Content Placeholder 13">
            <a:extLst>
              <a:ext uri="{FF2B5EF4-FFF2-40B4-BE49-F238E27FC236}">
                <a16:creationId xmlns:a16="http://schemas.microsoft.com/office/drawing/2014/main" id="{6EF6B385-0E91-D75A-43C2-72FDAB5BB474}"/>
              </a:ext>
            </a:extLst>
          </p:cNvPr>
          <p:cNvGraphicFramePr/>
          <p:nvPr>
            <p:extLst>
              <p:ext uri="{D42A27DB-BD31-4B8C-83A1-F6EECF244321}">
                <p14:modId xmlns:p14="http://schemas.microsoft.com/office/powerpoint/2010/main" val="3921584215"/>
              </p:ext>
            </p:extLst>
          </p:nvPr>
        </p:nvGraphicFramePr>
        <p:xfrm>
          <a:off x="520700" y="2578100"/>
          <a:ext cx="11156950" cy="376713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421393378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7" name="Rectangle 26">
            <a:extLst>
              <a:ext uri="{FF2B5EF4-FFF2-40B4-BE49-F238E27FC236}">
                <a16:creationId xmlns:a16="http://schemas.microsoft.com/office/drawing/2014/main" id="{AD1BDCCC-E676-2A7E-BE11-2B8C23DB287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799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CD07A9D1-CEE0-E3C0-07F6-734E69785675}"/>
              </a:ext>
            </a:extLst>
          </p:cNvPr>
          <p:cNvSpPr>
            <a:spLocks noGrp="1"/>
          </p:cNvSpPr>
          <p:nvPr>
            <p:ph type="title"/>
          </p:nvPr>
        </p:nvSpPr>
        <p:spPr>
          <a:xfrm>
            <a:off x="521208" y="978408"/>
            <a:ext cx="11155680" cy="1115568"/>
          </a:xfrm>
        </p:spPr>
        <p:txBody>
          <a:bodyPr>
            <a:normAutofit/>
          </a:bodyPr>
          <a:lstStyle/>
          <a:p>
            <a:r>
              <a:rPr lang="en-US"/>
              <a:t> Pediatric PTSD Case Study </a:t>
            </a:r>
            <a:endParaRPr lang="en-US" dirty="0"/>
          </a:p>
        </p:txBody>
      </p:sp>
      <p:sp>
        <p:nvSpPr>
          <p:cNvPr id="28" name="Freeform: Shape 27">
            <a:extLst>
              <a:ext uri="{FF2B5EF4-FFF2-40B4-BE49-F238E27FC236}">
                <a16:creationId xmlns:a16="http://schemas.microsoft.com/office/drawing/2014/main" id="{781C97B1-8A09-6383-8C65-A3B73577816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7869" y="508090"/>
            <a:ext cx="11153214" cy="149279"/>
          </a:xfrm>
          <a:custGeom>
            <a:avLst/>
            <a:gdLst>
              <a:gd name="connsiteX0" fmla="*/ 0 w 8085002"/>
              <a:gd name="connsiteY0" fmla="*/ 0 h 149279"/>
              <a:gd name="connsiteX1" fmla="*/ 8085002 w 8085002"/>
              <a:gd name="connsiteY1" fmla="*/ 0 h 149279"/>
              <a:gd name="connsiteX2" fmla="*/ 8085002 w 8085002"/>
              <a:gd name="connsiteY2" fmla="*/ 149279 h 149279"/>
              <a:gd name="connsiteX3" fmla="*/ 0 w 8085002"/>
              <a:gd name="connsiteY3" fmla="*/ 149279 h 149279"/>
            </a:gdLst>
            <a:ahLst/>
            <a:cxnLst>
              <a:cxn ang="0">
                <a:pos x="connsiteX0" y="connsiteY0"/>
              </a:cxn>
              <a:cxn ang="0">
                <a:pos x="connsiteX1" y="connsiteY1"/>
              </a:cxn>
              <a:cxn ang="0">
                <a:pos x="connsiteX2" y="connsiteY2"/>
              </a:cxn>
              <a:cxn ang="0">
                <a:pos x="connsiteX3" y="connsiteY3"/>
              </a:cxn>
            </a:cxnLst>
            <a:rect l="l" t="t" r="r" b="b"/>
            <a:pathLst>
              <a:path w="8085002" h="149279">
                <a:moveTo>
                  <a:pt x="0" y="0"/>
                </a:moveTo>
                <a:lnTo>
                  <a:pt x="8085002" y="0"/>
                </a:lnTo>
                <a:lnTo>
                  <a:pt x="8085002" y="149279"/>
                </a:lnTo>
                <a:lnTo>
                  <a:pt x="0" y="149279"/>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8" name="Content Placeholder 2">
            <a:extLst>
              <a:ext uri="{FF2B5EF4-FFF2-40B4-BE49-F238E27FC236}">
                <a16:creationId xmlns:a16="http://schemas.microsoft.com/office/drawing/2014/main" id="{09307C62-C559-5A56-8A3A-83B1D9C02CDA}"/>
              </a:ext>
            </a:extLst>
          </p:cNvPr>
          <p:cNvSpPr>
            <a:spLocks noGrp="1"/>
          </p:cNvSpPr>
          <p:nvPr>
            <p:ph idx="1"/>
          </p:nvPr>
        </p:nvSpPr>
        <p:spPr>
          <a:xfrm>
            <a:off x="517869" y="2407893"/>
            <a:ext cx="7208811" cy="3940065"/>
          </a:xfrm>
        </p:spPr>
        <p:txBody>
          <a:bodyPr>
            <a:normAutofit fontScale="92500" lnSpcReduction="10000"/>
          </a:bodyPr>
          <a:lstStyle/>
          <a:p>
            <a:pPr lvl="0">
              <a:lnSpc>
                <a:spcPct val="100000"/>
              </a:lnSpc>
            </a:pPr>
            <a:r>
              <a:rPr lang="en-US" sz="1600" b="1" dirty="0"/>
              <a:t>Patient Profile:</a:t>
            </a:r>
            <a:r>
              <a:rPr lang="en-US" sz="1600" dirty="0"/>
              <a:t> 6-year-old male with Cranial Stenosis (Pfeiffer Syndrome).</a:t>
            </a:r>
          </a:p>
          <a:p>
            <a:pPr lvl="0">
              <a:lnSpc>
                <a:spcPct val="100000"/>
              </a:lnSpc>
            </a:pPr>
            <a:r>
              <a:rPr lang="en-US" sz="1600" b="1" dirty="0"/>
              <a:t>Presenting Symptoms (3-year history):</a:t>
            </a:r>
            <a:r>
              <a:rPr lang="en-US" sz="1600" dirty="0"/>
              <a:t> Worsening aggression, hypervigilance, behavioral reenactment, sleep disturbances, and exaggerated startle.</a:t>
            </a:r>
          </a:p>
          <a:p>
            <a:pPr lvl="0">
              <a:lnSpc>
                <a:spcPct val="100000"/>
              </a:lnSpc>
            </a:pPr>
            <a:r>
              <a:rPr lang="en-US" sz="1600" b="1" dirty="0"/>
              <a:t>Traumatic Trigger:</a:t>
            </a:r>
            <a:r>
              <a:rPr lang="en-US" sz="1600" dirty="0"/>
              <a:t> Three surgical procedures (ages 2-6), including complications (septicemia).</a:t>
            </a:r>
          </a:p>
          <a:p>
            <a:pPr lvl="0">
              <a:lnSpc>
                <a:spcPct val="100000"/>
              </a:lnSpc>
            </a:pPr>
            <a:r>
              <a:rPr lang="en-US" sz="1600" b="1" dirty="0"/>
              <a:t>Key Behavioral Issue:</a:t>
            </a:r>
            <a:r>
              <a:rPr lang="en-US" sz="1600" dirty="0"/>
              <a:t> Severe aggression and behavioral outbursts causing self-injury (picking at sutures, causing dehiscence).</a:t>
            </a:r>
          </a:p>
          <a:p>
            <a:pPr lvl="0">
              <a:lnSpc>
                <a:spcPct val="100000"/>
              </a:lnSpc>
            </a:pPr>
            <a:r>
              <a:rPr lang="en-US" sz="1600" b="1" dirty="0"/>
              <a:t>Misdiagnosis:</a:t>
            </a:r>
            <a:r>
              <a:rPr lang="en-US" sz="1600" dirty="0"/>
              <a:t> Initially treated for ADHD (Adderall/Clonidine) with no improvement.</a:t>
            </a:r>
          </a:p>
          <a:p>
            <a:pPr lvl="0">
              <a:lnSpc>
                <a:spcPct val="100000"/>
              </a:lnSpc>
            </a:pPr>
            <a:r>
              <a:rPr lang="en-US" sz="1600" b="1" dirty="0"/>
              <a:t>Diagnostic Shift:</a:t>
            </a:r>
            <a:r>
              <a:rPr lang="en-US" sz="1600" dirty="0"/>
              <a:t> Ruled out ADHD; diagnosed with PTSD per DSM-5 criteria.</a:t>
            </a:r>
          </a:p>
          <a:p>
            <a:pPr lvl="0">
              <a:lnSpc>
                <a:spcPct val="100000"/>
              </a:lnSpc>
            </a:pPr>
            <a:r>
              <a:rPr lang="en-US" sz="1600" b="1" dirty="0"/>
              <a:t>Treatment Update:</a:t>
            </a:r>
            <a:r>
              <a:rPr lang="en-US" sz="1600" dirty="0"/>
              <a:t> Stimulants/clonidine discontinued; initiated trauma-focused therapy.</a:t>
            </a:r>
          </a:p>
          <a:p>
            <a:pPr lvl="0">
              <a:lnSpc>
                <a:spcPct val="100000"/>
              </a:lnSpc>
            </a:pPr>
            <a:r>
              <a:rPr lang="en-US" sz="1600" b="1" dirty="0"/>
              <a:t>Outcome:</a:t>
            </a:r>
            <a:r>
              <a:rPr lang="en-US" sz="1600" dirty="0"/>
              <a:t> Improved psychiatric outcome after addressing underlying trauma. </a:t>
            </a:r>
          </a:p>
          <a:p>
            <a:pPr>
              <a:lnSpc>
                <a:spcPct val="100000"/>
              </a:lnSpc>
            </a:pPr>
            <a:endParaRPr lang="en-US" sz="1400" dirty="0"/>
          </a:p>
        </p:txBody>
      </p:sp>
      <p:pic>
        <p:nvPicPr>
          <p:cNvPr id="5" name="Picture 4">
            <a:extLst>
              <a:ext uri="{FF2B5EF4-FFF2-40B4-BE49-F238E27FC236}">
                <a16:creationId xmlns:a16="http://schemas.microsoft.com/office/drawing/2014/main" id="{DE991F87-1005-8C67-F337-89FC4C6964E7}"/>
              </a:ext>
            </a:extLst>
          </p:cNvPr>
          <p:cNvPicPr>
            <a:picLocks noChangeAspect="1"/>
          </p:cNvPicPr>
          <p:nvPr/>
        </p:nvPicPr>
        <p:blipFill>
          <a:blip r:embed="rId3"/>
          <a:srcRect t="746" r="-2" b="-2"/>
          <a:stretch>
            <a:fillRect/>
          </a:stretch>
        </p:blipFill>
        <p:spPr>
          <a:xfrm>
            <a:off x="7730019" y="2299390"/>
            <a:ext cx="3941064" cy="4048568"/>
          </a:xfrm>
          <a:prstGeom prst="rect">
            <a:avLst/>
          </a:prstGeom>
        </p:spPr>
      </p:pic>
    </p:spTree>
    <p:extLst>
      <p:ext uri="{BB962C8B-B14F-4D97-AF65-F5344CB8AC3E}">
        <p14:creationId xmlns:p14="http://schemas.microsoft.com/office/powerpoint/2010/main" val="164937878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40" name="Rectangle 39">
            <a:extLst>
              <a:ext uri="{FF2B5EF4-FFF2-40B4-BE49-F238E27FC236}">
                <a16:creationId xmlns:a16="http://schemas.microsoft.com/office/drawing/2014/main" id="{AD1BDCCC-E676-2A7E-BE11-2B8C23DB287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799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004AE9AC-142E-DF75-8A7B-C252EF96B86C}"/>
              </a:ext>
            </a:extLst>
          </p:cNvPr>
          <p:cNvSpPr>
            <a:spLocks noGrp="1"/>
          </p:cNvSpPr>
          <p:nvPr>
            <p:ph type="title"/>
          </p:nvPr>
        </p:nvSpPr>
        <p:spPr>
          <a:xfrm>
            <a:off x="521208" y="978408"/>
            <a:ext cx="11155680" cy="1115568"/>
          </a:xfrm>
        </p:spPr>
        <p:txBody>
          <a:bodyPr>
            <a:normAutofit/>
          </a:bodyPr>
          <a:lstStyle/>
          <a:p>
            <a:r>
              <a:rPr lang="en-US" dirty="0"/>
              <a:t> What is Childhood PTSD?</a:t>
            </a:r>
          </a:p>
        </p:txBody>
      </p:sp>
      <p:sp>
        <p:nvSpPr>
          <p:cNvPr id="42" name="Freeform: Shape 41">
            <a:extLst>
              <a:ext uri="{FF2B5EF4-FFF2-40B4-BE49-F238E27FC236}">
                <a16:creationId xmlns:a16="http://schemas.microsoft.com/office/drawing/2014/main" id="{781C97B1-8A09-6383-8C65-A3B73577816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7869" y="508090"/>
            <a:ext cx="11153214" cy="149279"/>
          </a:xfrm>
          <a:custGeom>
            <a:avLst/>
            <a:gdLst>
              <a:gd name="connsiteX0" fmla="*/ 0 w 8085002"/>
              <a:gd name="connsiteY0" fmla="*/ 0 h 149279"/>
              <a:gd name="connsiteX1" fmla="*/ 8085002 w 8085002"/>
              <a:gd name="connsiteY1" fmla="*/ 0 h 149279"/>
              <a:gd name="connsiteX2" fmla="*/ 8085002 w 8085002"/>
              <a:gd name="connsiteY2" fmla="*/ 149279 h 149279"/>
              <a:gd name="connsiteX3" fmla="*/ 0 w 8085002"/>
              <a:gd name="connsiteY3" fmla="*/ 149279 h 149279"/>
            </a:gdLst>
            <a:ahLst/>
            <a:cxnLst>
              <a:cxn ang="0">
                <a:pos x="connsiteX0" y="connsiteY0"/>
              </a:cxn>
              <a:cxn ang="0">
                <a:pos x="connsiteX1" y="connsiteY1"/>
              </a:cxn>
              <a:cxn ang="0">
                <a:pos x="connsiteX2" y="connsiteY2"/>
              </a:cxn>
              <a:cxn ang="0">
                <a:pos x="connsiteX3" y="connsiteY3"/>
              </a:cxn>
            </a:cxnLst>
            <a:rect l="l" t="t" r="r" b="b"/>
            <a:pathLst>
              <a:path w="8085002" h="149279">
                <a:moveTo>
                  <a:pt x="0" y="0"/>
                </a:moveTo>
                <a:lnTo>
                  <a:pt x="8085002" y="0"/>
                </a:lnTo>
                <a:lnTo>
                  <a:pt x="8085002" y="149279"/>
                </a:lnTo>
                <a:lnTo>
                  <a:pt x="0" y="149279"/>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pic>
        <p:nvPicPr>
          <p:cNvPr id="7" name="Picture 6">
            <a:extLst>
              <a:ext uri="{FF2B5EF4-FFF2-40B4-BE49-F238E27FC236}">
                <a16:creationId xmlns:a16="http://schemas.microsoft.com/office/drawing/2014/main" id="{49E6E02D-AEC4-1F37-F3C9-5B08CCE7EDAC}"/>
              </a:ext>
            </a:extLst>
          </p:cNvPr>
          <p:cNvPicPr>
            <a:picLocks noChangeAspect="1"/>
          </p:cNvPicPr>
          <p:nvPr/>
        </p:nvPicPr>
        <p:blipFill>
          <a:blip r:embed="rId3"/>
          <a:srcRect t="6719" r="2" b="6723"/>
          <a:stretch>
            <a:fillRect/>
          </a:stretch>
        </p:blipFill>
        <p:spPr>
          <a:xfrm>
            <a:off x="517866" y="2299390"/>
            <a:ext cx="5578133" cy="4048568"/>
          </a:xfrm>
          <a:prstGeom prst="rect">
            <a:avLst/>
          </a:prstGeom>
        </p:spPr>
      </p:pic>
      <p:graphicFrame>
        <p:nvGraphicFramePr>
          <p:cNvPr id="5" name="Content Placeholder 2">
            <a:extLst>
              <a:ext uri="{FF2B5EF4-FFF2-40B4-BE49-F238E27FC236}">
                <a16:creationId xmlns:a16="http://schemas.microsoft.com/office/drawing/2014/main" id="{8506719C-F33C-0CA6-A179-8620FC332213}"/>
              </a:ext>
            </a:extLst>
          </p:cNvPr>
          <p:cNvGraphicFramePr>
            <a:graphicFrameLocks noGrp="1"/>
          </p:cNvGraphicFramePr>
          <p:nvPr>
            <p:ph idx="1"/>
            <p:extLst>
              <p:ext uri="{D42A27DB-BD31-4B8C-83A1-F6EECF244321}">
                <p14:modId xmlns:p14="http://schemas.microsoft.com/office/powerpoint/2010/main" val="3233352468"/>
              </p:ext>
            </p:extLst>
          </p:nvPr>
        </p:nvGraphicFramePr>
        <p:xfrm>
          <a:off x="6510528" y="2304288"/>
          <a:ext cx="5157216" cy="4050792"/>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extLst>
      <p:ext uri="{BB962C8B-B14F-4D97-AF65-F5344CB8AC3E}">
        <p14:creationId xmlns:p14="http://schemas.microsoft.com/office/powerpoint/2010/main" val="29326980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3" name="Rectangle 32">
            <a:extLst>
              <a:ext uri="{FF2B5EF4-FFF2-40B4-BE49-F238E27FC236}">
                <a16:creationId xmlns:a16="http://schemas.microsoft.com/office/drawing/2014/main" id="{FAA3B297-9683-4E38-89FA-062C53E13F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799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D6893434-DCFB-FD60-4962-0DA3D8491D83}"/>
              </a:ext>
            </a:extLst>
          </p:cNvPr>
          <p:cNvSpPr>
            <a:spLocks noGrp="1"/>
          </p:cNvSpPr>
          <p:nvPr>
            <p:ph type="title"/>
          </p:nvPr>
        </p:nvSpPr>
        <p:spPr>
          <a:xfrm>
            <a:off x="521208" y="978408"/>
            <a:ext cx="8686800" cy="1463040"/>
          </a:xfrm>
        </p:spPr>
        <p:txBody>
          <a:bodyPr>
            <a:normAutofit/>
          </a:bodyPr>
          <a:lstStyle/>
          <a:p>
            <a:r>
              <a:rPr lang="en-US" dirty="0"/>
              <a:t>Impact on Psychosocial Health </a:t>
            </a:r>
          </a:p>
        </p:txBody>
      </p:sp>
      <p:sp>
        <p:nvSpPr>
          <p:cNvPr id="35" name="Rectangle 34">
            <a:extLst>
              <a:ext uri="{FF2B5EF4-FFF2-40B4-BE49-F238E27FC236}">
                <a16:creationId xmlns:a16="http://schemas.microsoft.com/office/drawing/2014/main" id="{4BF74692-AE31-4A00-B5F9-994E8D519F9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7869" y="508090"/>
            <a:ext cx="8686800" cy="14927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5" name="Content Placeholder 2">
            <a:extLst>
              <a:ext uri="{FF2B5EF4-FFF2-40B4-BE49-F238E27FC236}">
                <a16:creationId xmlns:a16="http://schemas.microsoft.com/office/drawing/2014/main" id="{A7886F9A-A400-9AB1-2ACA-45E4BC43A346}"/>
              </a:ext>
            </a:extLst>
          </p:cNvPr>
          <p:cNvGraphicFramePr>
            <a:graphicFrameLocks noGrp="1"/>
          </p:cNvGraphicFramePr>
          <p:nvPr>
            <p:ph idx="1"/>
            <p:extLst>
              <p:ext uri="{D42A27DB-BD31-4B8C-83A1-F6EECF244321}">
                <p14:modId xmlns:p14="http://schemas.microsoft.com/office/powerpoint/2010/main" val="3910524631"/>
              </p:ext>
            </p:extLst>
          </p:nvPr>
        </p:nvGraphicFramePr>
        <p:xfrm>
          <a:off x="520700" y="2644346"/>
          <a:ext cx="10946370" cy="3700891"/>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98834005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4E17AA97-89A7-45C1-B813-BFF6C23D79E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799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3E3E016C-A8B5-789C-233E-12E3DC2C878B}"/>
              </a:ext>
            </a:extLst>
          </p:cNvPr>
          <p:cNvSpPr>
            <a:spLocks noGrp="1"/>
          </p:cNvSpPr>
          <p:nvPr>
            <p:ph type="title"/>
          </p:nvPr>
        </p:nvSpPr>
        <p:spPr>
          <a:xfrm>
            <a:off x="621792" y="657369"/>
            <a:ext cx="4288536" cy="3364992"/>
          </a:xfrm>
        </p:spPr>
        <p:txBody>
          <a:bodyPr>
            <a:normAutofit/>
          </a:bodyPr>
          <a:lstStyle/>
          <a:p>
            <a:r>
              <a:rPr lang="en-US" dirty="0"/>
              <a:t>Impact on Social Cognition</a:t>
            </a:r>
          </a:p>
        </p:txBody>
      </p:sp>
      <p:sp>
        <p:nvSpPr>
          <p:cNvPr id="11" name="Rectangle 10">
            <a:extLst>
              <a:ext uri="{FF2B5EF4-FFF2-40B4-BE49-F238E27FC236}">
                <a16:creationId xmlns:a16="http://schemas.microsoft.com/office/drawing/2014/main" id="{A91E908F-EF1E-2FDB-BE4D-3F4C56B2F6B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7870" y="508090"/>
            <a:ext cx="11155680" cy="14927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F7A2980E-8F82-6B7D-A838-27740740358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21208" y="6299535"/>
            <a:ext cx="11155680" cy="4646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5" name="Content Placeholder 2">
            <a:extLst>
              <a:ext uri="{FF2B5EF4-FFF2-40B4-BE49-F238E27FC236}">
                <a16:creationId xmlns:a16="http://schemas.microsoft.com/office/drawing/2014/main" id="{0221E0BC-DD35-9AF1-93DB-BD8C87E3B962}"/>
              </a:ext>
            </a:extLst>
          </p:cNvPr>
          <p:cNvGraphicFramePr>
            <a:graphicFrameLocks noGrp="1"/>
          </p:cNvGraphicFramePr>
          <p:nvPr>
            <p:ph idx="1"/>
            <p:extLst>
              <p:ext uri="{D42A27DB-BD31-4B8C-83A1-F6EECF244321}">
                <p14:modId xmlns:p14="http://schemas.microsoft.com/office/powerpoint/2010/main" val="2133908725"/>
              </p:ext>
            </p:extLst>
          </p:nvPr>
        </p:nvGraphicFramePr>
        <p:xfrm>
          <a:off x="5532120" y="978408"/>
          <a:ext cx="6144768" cy="50292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pic>
        <p:nvPicPr>
          <p:cNvPr id="6" name="Picture 5">
            <a:extLst>
              <a:ext uri="{FF2B5EF4-FFF2-40B4-BE49-F238E27FC236}">
                <a16:creationId xmlns:a16="http://schemas.microsoft.com/office/drawing/2014/main" id="{D706C968-B293-9F27-DF40-73DF9F14DE5A}"/>
              </a:ext>
            </a:extLst>
          </p:cNvPr>
          <p:cNvPicPr>
            <a:picLocks noChangeAspect="1"/>
          </p:cNvPicPr>
          <p:nvPr/>
        </p:nvPicPr>
        <p:blipFill>
          <a:blip r:embed="rId8"/>
          <a:stretch>
            <a:fillRect/>
          </a:stretch>
        </p:blipFill>
        <p:spPr>
          <a:xfrm>
            <a:off x="826202" y="2829793"/>
            <a:ext cx="3619814" cy="3177815"/>
          </a:xfrm>
          <a:prstGeom prst="rect">
            <a:avLst/>
          </a:prstGeom>
        </p:spPr>
      </p:pic>
    </p:spTree>
    <p:extLst>
      <p:ext uri="{BB962C8B-B14F-4D97-AF65-F5344CB8AC3E}">
        <p14:creationId xmlns:p14="http://schemas.microsoft.com/office/powerpoint/2010/main" val="216183512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5" name="Rectangle 14">
            <a:extLst>
              <a:ext uri="{FF2B5EF4-FFF2-40B4-BE49-F238E27FC236}">
                <a16:creationId xmlns:a16="http://schemas.microsoft.com/office/drawing/2014/main" id="{9EE42DCE-4A4F-44C4-84E5-261B3BEEF1D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799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9B30E748-9485-D608-7533-A1DFF00B2BF7}"/>
              </a:ext>
            </a:extLst>
          </p:cNvPr>
          <p:cNvSpPr>
            <a:spLocks noGrp="1"/>
          </p:cNvSpPr>
          <p:nvPr>
            <p:ph type="title"/>
          </p:nvPr>
        </p:nvSpPr>
        <p:spPr>
          <a:xfrm>
            <a:off x="521208" y="978408"/>
            <a:ext cx="6300216" cy="1463040"/>
          </a:xfrm>
        </p:spPr>
        <p:txBody>
          <a:bodyPr>
            <a:normAutofit/>
          </a:bodyPr>
          <a:lstStyle/>
          <a:p>
            <a:pPr>
              <a:lnSpc>
                <a:spcPct val="90000"/>
              </a:lnSpc>
            </a:pPr>
            <a:r>
              <a:rPr lang="en-US" sz="3100" dirty="0"/>
              <a:t>Relationships Influencing Health Behavior Change (Support)</a:t>
            </a:r>
            <a:br>
              <a:rPr lang="en-US" sz="3100" dirty="0"/>
            </a:br>
            <a:endParaRPr lang="en-US" sz="3100" dirty="0"/>
          </a:p>
        </p:txBody>
      </p:sp>
      <p:sp>
        <p:nvSpPr>
          <p:cNvPr id="17" name="Rectangle 16">
            <a:extLst>
              <a:ext uri="{FF2B5EF4-FFF2-40B4-BE49-F238E27FC236}">
                <a16:creationId xmlns:a16="http://schemas.microsoft.com/office/drawing/2014/main" id="{887F59F2-5FBC-40CD-AD35-376AECE49EA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7870" y="508090"/>
            <a:ext cx="6282982" cy="14927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C009BC3A-BBA6-0AFF-8AC7-4E5311E43A63}"/>
              </a:ext>
            </a:extLst>
          </p:cNvPr>
          <p:cNvSpPr>
            <a:spLocks noGrp="1"/>
          </p:cNvSpPr>
          <p:nvPr>
            <p:ph idx="1"/>
          </p:nvPr>
        </p:nvSpPr>
        <p:spPr>
          <a:xfrm>
            <a:off x="521208" y="2578608"/>
            <a:ext cx="6300216" cy="3767328"/>
          </a:xfrm>
        </p:spPr>
        <p:txBody>
          <a:bodyPr>
            <a:normAutofit/>
          </a:bodyPr>
          <a:lstStyle/>
          <a:p>
            <a:pPr lvl="0">
              <a:lnSpc>
                <a:spcPct val="100000"/>
              </a:lnSpc>
            </a:pPr>
            <a:r>
              <a:rPr lang="en-US" b="1" dirty="0"/>
              <a:t>Secure Attachment:</a:t>
            </a:r>
            <a:r>
              <a:rPr lang="en-US" dirty="0"/>
              <a:t> A "safe haven" provided by caregivers is crucial for reducing PTSD symptoms and building resilience.</a:t>
            </a:r>
          </a:p>
          <a:p>
            <a:pPr lvl="0">
              <a:lnSpc>
                <a:spcPct val="100000"/>
              </a:lnSpc>
            </a:pPr>
            <a:r>
              <a:rPr lang="en-US" b="1" dirty="0"/>
              <a:t>Social Support:</a:t>
            </a:r>
            <a:r>
              <a:rPr lang="en-US" dirty="0"/>
              <a:t> High-quality social interaction from family/friends acts as a protective buffer against developing PTSD .</a:t>
            </a:r>
          </a:p>
          <a:p>
            <a:pPr lvl="0">
              <a:lnSpc>
                <a:spcPct val="100000"/>
              </a:lnSpc>
            </a:pPr>
            <a:r>
              <a:rPr lang="en-US" b="1" dirty="0"/>
              <a:t>Positive Parenting:</a:t>
            </a:r>
            <a:r>
              <a:rPr lang="en-US" dirty="0"/>
              <a:t> When parents are not suffering from PTSD, their positive behaviors directly reduce child PTSS (Post-Traumatic Stress Syndrome) symptoms .</a:t>
            </a:r>
          </a:p>
          <a:p>
            <a:pPr lvl="0">
              <a:lnSpc>
                <a:spcPct val="100000"/>
              </a:lnSpc>
            </a:pPr>
            <a:r>
              <a:rPr lang="en-US" b="1" dirty="0"/>
              <a:t>Peer Support as Buffer:</a:t>
            </a:r>
            <a:r>
              <a:rPr lang="en-US" dirty="0"/>
              <a:t> Peer relationship quality is a strong protector against traumatic stress, especially when parent support is lacking.</a:t>
            </a:r>
          </a:p>
          <a:p>
            <a:pPr>
              <a:lnSpc>
                <a:spcPct val="100000"/>
              </a:lnSpc>
            </a:pPr>
            <a:endParaRPr lang="en-US" dirty="0"/>
          </a:p>
        </p:txBody>
      </p:sp>
      <p:pic>
        <p:nvPicPr>
          <p:cNvPr id="5" name="Picture 4">
            <a:extLst>
              <a:ext uri="{FF2B5EF4-FFF2-40B4-BE49-F238E27FC236}">
                <a16:creationId xmlns:a16="http://schemas.microsoft.com/office/drawing/2014/main" id="{9AE27CB3-91DC-6D52-FCB1-E66D1875F301}"/>
              </a:ext>
            </a:extLst>
          </p:cNvPr>
          <p:cNvPicPr>
            <a:picLocks noChangeAspect="1"/>
          </p:cNvPicPr>
          <p:nvPr/>
        </p:nvPicPr>
        <p:blipFill>
          <a:blip r:embed="rId3"/>
          <a:srcRect l="13126" r="17064"/>
          <a:stretch>
            <a:fillRect/>
          </a:stretch>
        </p:blipFill>
        <p:spPr>
          <a:xfrm>
            <a:off x="7586236" y="508090"/>
            <a:ext cx="4081805" cy="5846990"/>
          </a:xfrm>
          <a:prstGeom prst="rect">
            <a:avLst/>
          </a:prstGeom>
        </p:spPr>
      </p:pic>
    </p:spTree>
    <p:extLst>
      <p:ext uri="{BB962C8B-B14F-4D97-AF65-F5344CB8AC3E}">
        <p14:creationId xmlns:p14="http://schemas.microsoft.com/office/powerpoint/2010/main" val="178348001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41" name="Rectangle 40">
            <a:extLst>
              <a:ext uri="{FF2B5EF4-FFF2-40B4-BE49-F238E27FC236}">
                <a16:creationId xmlns:a16="http://schemas.microsoft.com/office/drawing/2014/main" id="{4E17AA97-89A7-45C1-B813-BFF6C23D79E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799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4C4ACC5F-B96E-4482-369E-B0A2AC87247C}"/>
              </a:ext>
            </a:extLst>
          </p:cNvPr>
          <p:cNvSpPr>
            <a:spLocks noGrp="1"/>
          </p:cNvSpPr>
          <p:nvPr>
            <p:ph type="title"/>
          </p:nvPr>
        </p:nvSpPr>
        <p:spPr>
          <a:xfrm>
            <a:off x="521208" y="978408"/>
            <a:ext cx="4032504" cy="3364992"/>
          </a:xfrm>
        </p:spPr>
        <p:txBody>
          <a:bodyPr>
            <a:normAutofit/>
          </a:bodyPr>
          <a:lstStyle/>
          <a:p>
            <a:r>
              <a:rPr lang="en-US" sz="4100" dirty="0"/>
              <a:t>Relationships Hindering Health Behavior Change (Risk)</a:t>
            </a:r>
            <a:br>
              <a:rPr lang="en-US" sz="4100" dirty="0"/>
            </a:br>
            <a:endParaRPr lang="en-US" sz="4100" dirty="0"/>
          </a:p>
        </p:txBody>
      </p:sp>
      <p:sp>
        <p:nvSpPr>
          <p:cNvPr id="43" name="Rectangle 42">
            <a:extLst>
              <a:ext uri="{FF2B5EF4-FFF2-40B4-BE49-F238E27FC236}">
                <a16:creationId xmlns:a16="http://schemas.microsoft.com/office/drawing/2014/main" id="{33AC4FE1-D370-43A6-96C5-076716BB1E7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7870" y="508090"/>
            <a:ext cx="4032504" cy="14927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 name="Rectangle 44">
            <a:extLst>
              <a:ext uri="{FF2B5EF4-FFF2-40B4-BE49-F238E27FC236}">
                <a16:creationId xmlns:a16="http://schemas.microsoft.com/office/drawing/2014/main" id="{4A3D569D-D3A6-49CA-A483-291E95DACA1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065776" y="611650"/>
            <a:ext cx="6620256" cy="4571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18" name="Content Placeholder 2">
            <a:extLst>
              <a:ext uri="{FF2B5EF4-FFF2-40B4-BE49-F238E27FC236}">
                <a16:creationId xmlns:a16="http://schemas.microsoft.com/office/drawing/2014/main" id="{7CC20492-A826-9CF8-D5C7-F14ABD263EE4}"/>
              </a:ext>
            </a:extLst>
          </p:cNvPr>
          <p:cNvGraphicFramePr>
            <a:graphicFrameLocks noGrp="1"/>
          </p:cNvGraphicFramePr>
          <p:nvPr>
            <p:ph idx="1"/>
            <p:extLst>
              <p:ext uri="{D42A27DB-BD31-4B8C-83A1-F6EECF244321}">
                <p14:modId xmlns:p14="http://schemas.microsoft.com/office/powerpoint/2010/main" val="868052024"/>
              </p:ext>
            </p:extLst>
          </p:nvPr>
        </p:nvGraphicFramePr>
        <p:xfrm>
          <a:off x="5065776" y="978408"/>
          <a:ext cx="6620256" cy="5376672"/>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pic>
        <p:nvPicPr>
          <p:cNvPr id="10" name="Picture 9">
            <a:extLst>
              <a:ext uri="{FF2B5EF4-FFF2-40B4-BE49-F238E27FC236}">
                <a16:creationId xmlns:a16="http://schemas.microsoft.com/office/drawing/2014/main" id="{0EF1307D-D969-A77E-FE57-CB596E5C7BD2}"/>
              </a:ext>
            </a:extLst>
          </p:cNvPr>
          <p:cNvPicPr>
            <a:picLocks noChangeAspect="1"/>
          </p:cNvPicPr>
          <p:nvPr/>
        </p:nvPicPr>
        <p:blipFill>
          <a:blip r:embed="rId8"/>
          <a:stretch>
            <a:fillRect/>
          </a:stretch>
        </p:blipFill>
        <p:spPr>
          <a:xfrm>
            <a:off x="478138" y="3913879"/>
            <a:ext cx="4587638" cy="2530059"/>
          </a:xfrm>
          <a:prstGeom prst="rect">
            <a:avLst/>
          </a:prstGeom>
        </p:spPr>
      </p:pic>
    </p:spTree>
    <p:extLst>
      <p:ext uri="{BB962C8B-B14F-4D97-AF65-F5344CB8AC3E}">
        <p14:creationId xmlns:p14="http://schemas.microsoft.com/office/powerpoint/2010/main" val="115123569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4065D9BE-A58D-6E8A-D4A2-5056F3C5E9C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799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Rectangle 1">
            <a:extLst>
              <a:ext uri="{FF2B5EF4-FFF2-40B4-BE49-F238E27FC236}">
                <a16:creationId xmlns:a16="http://schemas.microsoft.com/office/drawing/2014/main" id="{B03AE94B-8FD6-AE6A-8B5C-D00E39ABE3AF}"/>
              </a:ext>
            </a:extLst>
          </p:cNvPr>
          <p:cNvSpPr>
            <a:spLocks noGrp="1" noChangeArrowheads="1"/>
          </p:cNvSpPr>
          <p:nvPr>
            <p:ph type="title"/>
          </p:nvPr>
        </p:nvSpPr>
        <p:spPr bwMode="auto">
          <a:xfrm>
            <a:off x="5413248" y="978408"/>
            <a:ext cx="6263640" cy="1463040"/>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anchorCtr="0" compatLnSpc="1">
            <a:prstTxWarp prst="textNoShape">
              <a:avLst/>
            </a:prstTxWarp>
            <a:normAutofit/>
          </a:bodyPr>
          <a:lstStyle/>
          <a:p>
            <a:pPr marL="0" marR="0" lvl="0" indent="0" defTabSz="914400" rtl="0" eaLnBrk="0" fontAlgn="base" latinLnBrk="0" hangingPunct="0">
              <a:spcBef>
                <a:spcPct val="0"/>
              </a:spcBef>
              <a:spcAft>
                <a:spcPct val="0"/>
              </a:spcAft>
              <a:buClrTx/>
              <a:buSzTx/>
              <a:buFontTx/>
              <a:buNone/>
              <a:tabLst/>
            </a:pPr>
            <a:r>
              <a:rPr kumimoji="0" lang="en-US" altLang="en-US" b="1" i="0" u="none" strike="noStrike" cap="none" normalizeH="0" baseline="0">
                <a:ln>
                  <a:noFill/>
                </a:ln>
                <a:effectLst/>
                <a:latin typeface="Aptos" panose="020B0004020202020204" pitchFamily="34" charset="0"/>
              </a:rPr>
              <a:t>Treatment Approaches (Brief Overview)</a:t>
            </a:r>
            <a:endParaRPr kumimoji="0" lang="en-US" altLang="en-US" b="0" i="0" u="none" strike="noStrike" cap="none" normalizeH="0" baseline="0">
              <a:ln>
                <a:noFill/>
              </a:ln>
              <a:effectLst/>
              <a:latin typeface="Arial" panose="020B0604020202020204" pitchFamily="34" charset="0"/>
            </a:endParaRPr>
          </a:p>
        </p:txBody>
      </p:sp>
      <p:sp>
        <p:nvSpPr>
          <p:cNvPr id="13" name="Freeform: Shape 12">
            <a:extLst>
              <a:ext uri="{FF2B5EF4-FFF2-40B4-BE49-F238E27FC236}">
                <a16:creationId xmlns:a16="http://schemas.microsoft.com/office/drawing/2014/main" id="{A745E793-BC99-8991-71CD-53FFBB6A8F6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7870" y="508090"/>
            <a:ext cx="11156260" cy="149279"/>
          </a:xfrm>
          <a:custGeom>
            <a:avLst/>
            <a:gdLst>
              <a:gd name="connsiteX0" fmla="*/ 0 w 11156260"/>
              <a:gd name="connsiteY0" fmla="*/ 0 h 149279"/>
              <a:gd name="connsiteX1" fmla="*/ 11156260 w 11156260"/>
              <a:gd name="connsiteY1" fmla="*/ 0 h 149279"/>
              <a:gd name="connsiteX2" fmla="*/ 11156260 w 11156260"/>
              <a:gd name="connsiteY2" fmla="*/ 149279 h 149279"/>
              <a:gd name="connsiteX3" fmla="*/ 0 w 11156260"/>
              <a:gd name="connsiteY3" fmla="*/ 149279 h 149279"/>
            </a:gdLst>
            <a:ahLst/>
            <a:cxnLst>
              <a:cxn ang="0">
                <a:pos x="connsiteX0" y="connsiteY0"/>
              </a:cxn>
              <a:cxn ang="0">
                <a:pos x="connsiteX1" y="connsiteY1"/>
              </a:cxn>
              <a:cxn ang="0">
                <a:pos x="connsiteX2" y="connsiteY2"/>
              </a:cxn>
              <a:cxn ang="0">
                <a:pos x="connsiteX3" y="connsiteY3"/>
              </a:cxn>
            </a:cxnLst>
            <a:rect l="l" t="t" r="r" b="b"/>
            <a:pathLst>
              <a:path w="11156260" h="149279">
                <a:moveTo>
                  <a:pt x="0" y="0"/>
                </a:moveTo>
                <a:lnTo>
                  <a:pt x="11156260" y="0"/>
                </a:lnTo>
                <a:lnTo>
                  <a:pt x="11156260" y="149279"/>
                </a:lnTo>
                <a:lnTo>
                  <a:pt x="0" y="149279"/>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pic>
        <p:nvPicPr>
          <p:cNvPr id="8" name="Graphic 7" descr="Health">
            <a:extLst>
              <a:ext uri="{FF2B5EF4-FFF2-40B4-BE49-F238E27FC236}">
                <a16:creationId xmlns:a16="http://schemas.microsoft.com/office/drawing/2014/main" id="{8F838DD3-0F4C-F696-80EE-EAB956C01454}"/>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517869" y="976160"/>
            <a:ext cx="4454725" cy="4454725"/>
          </a:xfrm>
          <a:prstGeom prst="rect">
            <a:avLst/>
          </a:prstGeom>
        </p:spPr>
      </p:pic>
      <p:sp>
        <p:nvSpPr>
          <p:cNvPr id="3" name="Content Placeholder 2">
            <a:extLst>
              <a:ext uri="{FF2B5EF4-FFF2-40B4-BE49-F238E27FC236}">
                <a16:creationId xmlns:a16="http://schemas.microsoft.com/office/drawing/2014/main" id="{1E303BA8-7956-4787-8660-80C3EE5E34CC}"/>
              </a:ext>
            </a:extLst>
          </p:cNvPr>
          <p:cNvSpPr>
            <a:spLocks noGrp="1"/>
          </p:cNvSpPr>
          <p:nvPr>
            <p:ph idx="1"/>
          </p:nvPr>
        </p:nvSpPr>
        <p:spPr>
          <a:xfrm>
            <a:off x="5413248" y="2578608"/>
            <a:ext cx="6263640" cy="3767328"/>
          </a:xfrm>
        </p:spPr>
        <p:txBody>
          <a:bodyPr>
            <a:noAutofit/>
          </a:bodyPr>
          <a:lstStyle/>
          <a:p>
            <a:r>
              <a:rPr lang="en-US" sz="2800" dirty="0"/>
              <a:t>Cognitive Behavioral Therapy (CBT) tailored for children.</a:t>
            </a:r>
          </a:p>
          <a:p>
            <a:r>
              <a:rPr lang="en-US" sz="2800" dirty="0"/>
              <a:t>Narrative Exposure Therapy (NET).</a:t>
            </a:r>
          </a:p>
          <a:p>
            <a:r>
              <a:rPr lang="en-US" sz="2800" dirty="0"/>
              <a:t>Medication management for severe cases (in conjunction with therapy).</a:t>
            </a:r>
          </a:p>
        </p:txBody>
      </p:sp>
    </p:spTree>
    <p:extLst>
      <p:ext uri="{BB962C8B-B14F-4D97-AF65-F5344CB8AC3E}">
        <p14:creationId xmlns:p14="http://schemas.microsoft.com/office/powerpoint/2010/main" val="421350570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7" name="Rectangle 16">
            <a:extLst>
              <a:ext uri="{FF2B5EF4-FFF2-40B4-BE49-F238E27FC236}">
                <a16:creationId xmlns:a16="http://schemas.microsoft.com/office/drawing/2014/main" id="{34C0330F-1D4F-4552-B799-615DD237B6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799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922CCFB3-874E-4578-C504-87328AD92D92}"/>
              </a:ext>
            </a:extLst>
          </p:cNvPr>
          <p:cNvSpPr>
            <a:spLocks noGrp="1"/>
          </p:cNvSpPr>
          <p:nvPr>
            <p:ph type="title"/>
          </p:nvPr>
        </p:nvSpPr>
        <p:spPr>
          <a:xfrm>
            <a:off x="521208" y="978408"/>
            <a:ext cx="6300216" cy="1463040"/>
          </a:xfrm>
        </p:spPr>
        <p:txBody>
          <a:bodyPr>
            <a:normAutofit/>
          </a:bodyPr>
          <a:lstStyle/>
          <a:p>
            <a:pPr>
              <a:lnSpc>
                <a:spcPct val="90000"/>
              </a:lnSpc>
            </a:pPr>
            <a:r>
              <a:rPr lang="en-US" sz="3100" dirty="0"/>
              <a:t>Role of the Health Educator (Identifying and Supporting)</a:t>
            </a:r>
            <a:br>
              <a:rPr lang="en-US" sz="3100" dirty="0"/>
            </a:br>
            <a:endParaRPr lang="en-US" sz="3100" dirty="0"/>
          </a:p>
        </p:txBody>
      </p:sp>
      <p:sp>
        <p:nvSpPr>
          <p:cNvPr id="19" name="Rectangle 18">
            <a:extLst>
              <a:ext uri="{FF2B5EF4-FFF2-40B4-BE49-F238E27FC236}">
                <a16:creationId xmlns:a16="http://schemas.microsoft.com/office/drawing/2014/main" id="{92BE0106-0C20-465B-A1BE-0BAC2737B1A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7869" y="508090"/>
            <a:ext cx="6281928" cy="14927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Content Placeholder 2">
            <a:extLst>
              <a:ext uri="{FF2B5EF4-FFF2-40B4-BE49-F238E27FC236}">
                <a16:creationId xmlns:a16="http://schemas.microsoft.com/office/drawing/2014/main" id="{5FF0C389-A8E0-1A99-C55B-BF6A1186EB22}"/>
              </a:ext>
            </a:extLst>
          </p:cNvPr>
          <p:cNvSpPr>
            <a:spLocks noGrp="1"/>
          </p:cNvSpPr>
          <p:nvPr>
            <p:ph idx="1"/>
          </p:nvPr>
        </p:nvSpPr>
        <p:spPr>
          <a:xfrm>
            <a:off x="521208" y="2578608"/>
            <a:ext cx="6917560" cy="3982830"/>
          </a:xfrm>
        </p:spPr>
        <p:txBody>
          <a:bodyPr>
            <a:normAutofit fontScale="85000" lnSpcReduction="20000"/>
          </a:bodyPr>
          <a:lstStyle/>
          <a:p>
            <a:pPr marL="0" lvl="0" indent="0">
              <a:buNone/>
            </a:pPr>
            <a:r>
              <a:rPr lang="en-US" b="1" dirty="0"/>
              <a:t>Identifying:</a:t>
            </a:r>
          </a:p>
          <a:p>
            <a:pPr marL="342900" lvl="0" indent="-342900">
              <a:buFont typeface="+mj-lt"/>
              <a:buAutoNum type="arabicPeriod"/>
            </a:pPr>
            <a:r>
              <a:rPr lang="en-US" b="1" dirty="0"/>
              <a:t>Recognizing Symptoms:</a:t>
            </a:r>
            <a:r>
              <a:rPr lang="en-US" dirty="0"/>
              <a:t> Identifying sudden behavioral changes, such as aggression, excessive shyness, or sleepiness, which may indicate trauma.</a:t>
            </a:r>
          </a:p>
          <a:p>
            <a:pPr marL="342900" lvl="0" indent="-342900">
              <a:buFont typeface="+mj-lt"/>
              <a:buAutoNum type="arabicPeriod"/>
            </a:pPr>
            <a:r>
              <a:rPr lang="en-US" b="1" dirty="0"/>
              <a:t>Mandatory Reporting:</a:t>
            </a:r>
            <a:r>
              <a:rPr lang="en-US" dirty="0"/>
              <a:t> Recognizing the legal requirement to report suspected child abuse or neglect to authorities.</a:t>
            </a:r>
          </a:p>
          <a:p>
            <a:pPr marL="342900" indent="-342900">
              <a:buFont typeface="+mj-lt"/>
              <a:buAutoNum type="arabicPeriod"/>
            </a:pPr>
            <a:r>
              <a:rPr lang="en-US" b="1" dirty="0"/>
              <a:t>Understanding Triggers:</a:t>
            </a:r>
            <a:r>
              <a:rPr lang="en-US" dirty="0"/>
              <a:t> Observing what causes a child to "shut down" or act out.</a:t>
            </a:r>
          </a:p>
          <a:p>
            <a:pPr marL="0" indent="0">
              <a:buNone/>
            </a:pPr>
            <a:r>
              <a:rPr lang="en-US" b="1" dirty="0"/>
              <a:t>Supporting: </a:t>
            </a:r>
          </a:p>
          <a:p>
            <a:pPr lvl="0"/>
            <a:r>
              <a:rPr lang="en-US" b="1" dirty="0"/>
              <a:t>Creating Safe Spaces:</a:t>
            </a:r>
            <a:r>
              <a:rPr lang="en-US" dirty="0"/>
              <a:t> Fostering a predictable, safe, and nurturing environment to reduce anxiety.</a:t>
            </a:r>
          </a:p>
          <a:p>
            <a:pPr lvl="0"/>
            <a:r>
              <a:rPr lang="en-US" b="1" dirty="0"/>
              <a:t>Routine Restoration:</a:t>
            </a:r>
            <a:r>
              <a:rPr lang="en-US" dirty="0"/>
              <a:t> Re-establishing normal routines (homework, play) to give the child a sense of security.</a:t>
            </a:r>
          </a:p>
          <a:p>
            <a:pPr lvl="0"/>
            <a:r>
              <a:rPr lang="en-US" b="1" dirty="0"/>
              <a:t>Providing Choices:</a:t>
            </a:r>
            <a:r>
              <a:rPr lang="en-US" dirty="0"/>
              <a:t> Empowering children by offering choices, helping restore the control lost during the trauma.</a:t>
            </a:r>
          </a:p>
          <a:p>
            <a:pPr marL="0" indent="0">
              <a:buNone/>
            </a:pPr>
            <a:endParaRPr lang="en-US" dirty="0"/>
          </a:p>
        </p:txBody>
      </p:sp>
      <p:pic>
        <p:nvPicPr>
          <p:cNvPr id="7" name="Graphic 6" descr="Brain">
            <a:extLst>
              <a:ext uri="{FF2B5EF4-FFF2-40B4-BE49-F238E27FC236}">
                <a16:creationId xmlns:a16="http://schemas.microsoft.com/office/drawing/2014/main" id="{0EFABC9E-855F-86EA-B6CB-6E5ED630F3E5}"/>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8257321" y="512064"/>
            <a:ext cx="2807208" cy="2807208"/>
          </a:xfrm>
          <a:prstGeom prst="rect">
            <a:avLst/>
          </a:prstGeom>
        </p:spPr>
      </p:pic>
      <p:pic>
        <p:nvPicPr>
          <p:cNvPr id="6" name="Picture 5">
            <a:extLst>
              <a:ext uri="{FF2B5EF4-FFF2-40B4-BE49-F238E27FC236}">
                <a16:creationId xmlns:a16="http://schemas.microsoft.com/office/drawing/2014/main" id="{67AECC3E-F602-623C-C976-D32296440EE9}"/>
              </a:ext>
            </a:extLst>
          </p:cNvPr>
          <p:cNvPicPr>
            <a:picLocks noChangeAspect="1"/>
          </p:cNvPicPr>
          <p:nvPr/>
        </p:nvPicPr>
        <p:blipFill>
          <a:blip r:embed="rId4"/>
          <a:stretch>
            <a:fillRect/>
          </a:stretch>
        </p:blipFill>
        <p:spPr>
          <a:xfrm>
            <a:off x="7653816" y="3966520"/>
            <a:ext cx="4409809" cy="2370272"/>
          </a:xfrm>
          <a:prstGeom prst="rect">
            <a:avLst/>
          </a:prstGeom>
        </p:spPr>
      </p:pic>
    </p:spTree>
    <p:extLst>
      <p:ext uri="{BB962C8B-B14F-4D97-AF65-F5344CB8AC3E}">
        <p14:creationId xmlns:p14="http://schemas.microsoft.com/office/powerpoint/2010/main" val="251991888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4065D9BE-A58D-6E8A-D4A2-5056F3C5E9C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799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DFDD7C77-86AD-86D8-D5EA-5C883C0FE21A}"/>
              </a:ext>
            </a:extLst>
          </p:cNvPr>
          <p:cNvSpPr>
            <a:spLocks noGrp="1"/>
          </p:cNvSpPr>
          <p:nvPr>
            <p:ph type="title"/>
          </p:nvPr>
        </p:nvSpPr>
        <p:spPr>
          <a:xfrm>
            <a:off x="521208" y="978408"/>
            <a:ext cx="6263640" cy="1463040"/>
          </a:xfrm>
        </p:spPr>
        <p:txBody>
          <a:bodyPr>
            <a:normAutofit/>
          </a:bodyPr>
          <a:lstStyle/>
          <a:p>
            <a:pPr>
              <a:lnSpc>
                <a:spcPct val="90000"/>
              </a:lnSpc>
            </a:pPr>
            <a:r>
              <a:rPr lang="en-US" sz="3100"/>
              <a:t>Role of the Health Educator (Intervention)</a:t>
            </a:r>
            <a:br>
              <a:rPr lang="en-US" sz="3100"/>
            </a:br>
            <a:endParaRPr lang="en-US" sz="3100"/>
          </a:p>
        </p:txBody>
      </p:sp>
      <p:sp>
        <p:nvSpPr>
          <p:cNvPr id="12" name="Freeform: Shape 11">
            <a:extLst>
              <a:ext uri="{FF2B5EF4-FFF2-40B4-BE49-F238E27FC236}">
                <a16:creationId xmlns:a16="http://schemas.microsoft.com/office/drawing/2014/main" id="{A745E793-BC99-8991-71CD-53FFBB6A8F6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7870" y="508090"/>
            <a:ext cx="11156260" cy="149279"/>
          </a:xfrm>
          <a:custGeom>
            <a:avLst/>
            <a:gdLst>
              <a:gd name="connsiteX0" fmla="*/ 0 w 11156260"/>
              <a:gd name="connsiteY0" fmla="*/ 0 h 149279"/>
              <a:gd name="connsiteX1" fmla="*/ 11156260 w 11156260"/>
              <a:gd name="connsiteY1" fmla="*/ 0 h 149279"/>
              <a:gd name="connsiteX2" fmla="*/ 11156260 w 11156260"/>
              <a:gd name="connsiteY2" fmla="*/ 149279 h 149279"/>
              <a:gd name="connsiteX3" fmla="*/ 0 w 11156260"/>
              <a:gd name="connsiteY3" fmla="*/ 149279 h 149279"/>
            </a:gdLst>
            <a:ahLst/>
            <a:cxnLst>
              <a:cxn ang="0">
                <a:pos x="connsiteX0" y="connsiteY0"/>
              </a:cxn>
              <a:cxn ang="0">
                <a:pos x="connsiteX1" y="connsiteY1"/>
              </a:cxn>
              <a:cxn ang="0">
                <a:pos x="connsiteX2" y="connsiteY2"/>
              </a:cxn>
              <a:cxn ang="0">
                <a:pos x="connsiteX3" y="connsiteY3"/>
              </a:cxn>
            </a:cxnLst>
            <a:rect l="l" t="t" r="r" b="b"/>
            <a:pathLst>
              <a:path w="11156260" h="149279">
                <a:moveTo>
                  <a:pt x="0" y="0"/>
                </a:moveTo>
                <a:lnTo>
                  <a:pt x="11156260" y="0"/>
                </a:lnTo>
                <a:lnTo>
                  <a:pt x="11156260" y="149279"/>
                </a:lnTo>
                <a:lnTo>
                  <a:pt x="0" y="149279"/>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 name="Content Placeholder 2">
            <a:extLst>
              <a:ext uri="{FF2B5EF4-FFF2-40B4-BE49-F238E27FC236}">
                <a16:creationId xmlns:a16="http://schemas.microsoft.com/office/drawing/2014/main" id="{2A6B63F5-479C-F269-7E84-001151447A87}"/>
              </a:ext>
            </a:extLst>
          </p:cNvPr>
          <p:cNvSpPr>
            <a:spLocks noGrp="1"/>
          </p:cNvSpPr>
          <p:nvPr>
            <p:ph idx="1"/>
          </p:nvPr>
        </p:nvSpPr>
        <p:spPr>
          <a:xfrm>
            <a:off x="521208" y="2578608"/>
            <a:ext cx="6263640" cy="3767328"/>
          </a:xfrm>
        </p:spPr>
        <p:txBody>
          <a:bodyPr>
            <a:normAutofit/>
          </a:bodyPr>
          <a:lstStyle/>
          <a:p>
            <a:pPr lvl="0"/>
            <a:r>
              <a:rPr lang="en-US" b="1" dirty="0"/>
              <a:t>Trauma-Informed Training:</a:t>
            </a:r>
            <a:r>
              <a:rPr lang="en-US" dirty="0"/>
              <a:t> Seeking training in trauma-informed care to understand how trauma impacts development.</a:t>
            </a:r>
          </a:p>
          <a:p>
            <a:pPr lvl="0"/>
            <a:r>
              <a:rPr lang="en-US" b="1" dirty="0"/>
              <a:t>Psychoeducation:</a:t>
            </a:r>
            <a:r>
              <a:rPr lang="en-US" dirty="0"/>
              <a:t> Teaching children and families about normal trauma reactions to reduce fear.</a:t>
            </a:r>
          </a:p>
          <a:p>
            <a:r>
              <a:rPr lang="en-US" b="1" dirty="0"/>
              <a:t>Referral Action:</a:t>
            </a:r>
            <a:r>
              <a:rPr lang="en-US" dirty="0"/>
              <a:t> Connecting families with mental health professionals or school counselors, especially when parents are in denial or unable to act.</a:t>
            </a:r>
          </a:p>
        </p:txBody>
      </p:sp>
      <p:pic>
        <p:nvPicPr>
          <p:cNvPr id="5" name="Picture 4">
            <a:extLst>
              <a:ext uri="{FF2B5EF4-FFF2-40B4-BE49-F238E27FC236}">
                <a16:creationId xmlns:a16="http://schemas.microsoft.com/office/drawing/2014/main" id="{EC3FEB48-81C0-4483-AFE2-2A4F3F157344}"/>
              </a:ext>
            </a:extLst>
          </p:cNvPr>
          <p:cNvPicPr>
            <a:picLocks noChangeAspect="1"/>
          </p:cNvPicPr>
          <p:nvPr/>
        </p:nvPicPr>
        <p:blipFill>
          <a:blip r:embed="rId3"/>
          <a:stretch>
            <a:fillRect/>
          </a:stretch>
        </p:blipFill>
        <p:spPr>
          <a:xfrm>
            <a:off x="7047000" y="2441448"/>
            <a:ext cx="4364590" cy="3122235"/>
          </a:xfrm>
          <a:prstGeom prst="rect">
            <a:avLst/>
          </a:prstGeom>
        </p:spPr>
      </p:pic>
    </p:spTree>
    <p:extLst>
      <p:ext uri="{BB962C8B-B14F-4D97-AF65-F5344CB8AC3E}">
        <p14:creationId xmlns:p14="http://schemas.microsoft.com/office/powerpoint/2010/main" val="359017367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8" name="Rectangle 17">
            <a:extLst>
              <a:ext uri="{FF2B5EF4-FFF2-40B4-BE49-F238E27FC236}">
                <a16:creationId xmlns:a16="http://schemas.microsoft.com/office/drawing/2014/main" id="{AD1BDCCC-E676-2A7E-BE11-2B8C23DB287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799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99F88477-EE76-D1E2-015D-61A25B12E533}"/>
              </a:ext>
            </a:extLst>
          </p:cNvPr>
          <p:cNvSpPr>
            <a:spLocks noGrp="1"/>
          </p:cNvSpPr>
          <p:nvPr>
            <p:ph type="title"/>
          </p:nvPr>
        </p:nvSpPr>
        <p:spPr>
          <a:xfrm>
            <a:off x="521208" y="978408"/>
            <a:ext cx="11155680" cy="1115568"/>
          </a:xfrm>
        </p:spPr>
        <p:txBody>
          <a:bodyPr>
            <a:normAutofit/>
          </a:bodyPr>
          <a:lstStyle/>
          <a:p>
            <a:pPr>
              <a:lnSpc>
                <a:spcPct val="90000"/>
              </a:lnSpc>
            </a:pPr>
            <a:r>
              <a:rPr lang="en-US" sz="3700"/>
              <a:t>A Systems Approach and Conclusion</a:t>
            </a:r>
            <a:br>
              <a:rPr lang="en-US" sz="3700"/>
            </a:br>
            <a:endParaRPr lang="en-US" sz="3700"/>
          </a:p>
        </p:txBody>
      </p:sp>
      <p:sp>
        <p:nvSpPr>
          <p:cNvPr id="20" name="Freeform: Shape 19">
            <a:extLst>
              <a:ext uri="{FF2B5EF4-FFF2-40B4-BE49-F238E27FC236}">
                <a16:creationId xmlns:a16="http://schemas.microsoft.com/office/drawing/2014/main" id="{781C97B1-8A09-6383-8C65-A3B73577816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7869" y="508090"/>
            <a:ext cx="11153214" cy="149279"/>
          </a:xfrm>
          <a:custGeom>
            <a:avLst/>
            <a:gdLst>
              <a:gd name="connsiteX0" fmla="*/ 0 w 8085002"/>
              <a:gd name="connsiteY0" fmla="*/ 0 h 149279"/>
              <a:gd name="connsiteX1" fmla="*/ 8085002 w 8085002"/>
              <a:gd name="connsiteY1" fmla="*/ 0 h 149279"/>
              <a:gd name="connsiteX2" fmla="*/ 8085002 w 8085002"/>
              <a:gd name="connsiteY2" fmla="*/ 149279 h 149279"/>
              <a:gd name="connsiteX3" fmla="*/ 0 w 8085002"/>
              <a:gd name="connsiteY3" fmla="*/ 149279 h 149279"/>
            </a:gdLst>
            <a:ahLst/>
            <a:cxnLst>
              <a:cxn ang="0">
                <a:pos x="connsiteX0" y="connsiteY0"/>
              </a:cxn>
              <a:cxn ang="0">
                <a:pos x="connsiteX1" y="connsiteY1"/>
              </a:cxn>
              <a:cxn ang="0">
                <a:pos x="connsiteX2" y="connsiteY2"/>
              </a:cxn>
              <a:cxn ang="0">
                <a:pos x="connsiteX3" y="connsiteY3"/>
              </a:cxn>
            </a:cxnLst>
            <a:rect l="l" t="t" r="r" b="b"/>
            <a:pathLst>
              <a:path w="8085002" h="149279">
                <a:moveTo>
                  <a:pt x="0" y="0"/>
                </a:moveTo>
                <a:lnTo>
                  <a:pt x="8085002" y="0"/>
                </a:lnTo>
                <a:lnTo>
                  <a:pt x="8085002" y="149279"/>
                </a:lnTo>
                <a:lnTo>
                  <a:pt x="0" y="149279"/>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pic>
        <p:nvPicPr>
          <p:cNvPr id="6" name="Picture 5">
            <a:extLst>
              <a:ext uri="{FF2B5EF4-FFF2-40B4-BE49-F238E27FC236}">
                <a16:creationId xmlns:a16="http://schemas.microsoft.com/office/drawing/2014/main" id="{E3DDBBEF-C53D-E085-E11F-67B11A40F521}"/>
              </a:ext>
            </a:extLst>
          </p:cNvPr>
          <p:cNvPicPr>
            <a:picLocks noChangeAspect="1"/>
          </p:cNvPicPr>
          <p:nvPr/>
        </p:nvPicPr>
        <p:blipFill>
          <a:blip r:embed="rId3"/>
          <a:srcRect l="8403" r="1008" b="1"/>
          <a:stretch>
            <a:fillRect/>
          </a:stretch>
        </p:blipFill>
        <p:spPr>
          <a:xfrm>
            <a:off x="517866" y="2299390"/>
            <a:ext cx="5578133" cy="4048568"/>
          </a:xfrm>
          <a:prstGeom prst="rect">
            <a:avLst/>
          </a:prstGeom>
        </p:spPr>
      </p:pic>
      <p:graphicFrame>
        <p:nvGraphicFramePr>
          <p:cNvPr id="5" name="Content Placeholder 2">
            <a:extLst>
              <a:ext uri="{FF2B5EF4-FFF2-40B4-BE49-F238E27FC236}">
                <a16:creationId xmlns:a16="http://schemas.microsoft.com/office/drawing/2014/main" id="{E14604AA-9E9D-7306-B542-2C48DF5E2A3E}"/>
              </a:ext>
            </a:extLst>
          </p:cNvPr>
          <p:cNvGraphicFramePr>
            <a:graphicFrameLocks noGrp="1"/>
          </p:cNvGraphicFramePr>
          <p:nvPr>
            <p:ph idx="1"/>
            <p:extLst>
              <p:ext uri="{D42A27DB-BD31-4B8C-83A1-F6EECF244321}">
                <p14:modId xmlns:p14="http://schemas.microsoft.com/office/powerpoint/2010/main" val="1307275233"/>
              </p:ext>
            </p:extLst>
          </p:nvPr>
        </p:nvGraphicFramePr>
        <p:xfrm>
          <a:off x="6510528" y="2304288"/>
          <a:ext cx="5157216" cy="4050792"/>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extLst>
      <p:ext uri="{BB962C8B-B14F-4D97-AF65-F5344CB8AC3E}">
        <p14:creationId xmlns:p14="http://schemas.microsoft.com/office/powerpoint/2010/main" val="17115631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2" name="Rectangle 21">
            <a:extLst>
              <a:ext uri="{FF2B5EF4-FFF2-40B4-BE49-F238E27FC236}">
                <a16:creationId xmlns:a16="http://schemas.microsoft.com/office/drawing/2014/main" id="{EEF92585-7A99-6108-9663-8C59032742E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799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11CE2F31-F18D-7B9D-3032-CAFD74985D49}"/>
              </a:ext>
            </a:extLst>
          </p:cNvPr>
          <p:cNvSpPr>
            <a:spLocks noGrp="1"/>
          </p:cNvSpPr>
          <p:nvPr>
            <p:ph type="title"/>
          </p:nvPr>
        </p:nvSpPr>
        <p:spPr>
          <a:xfrm>
            <a:off x="532931" y="978408"/>
            <a:ext cx="11159019" cy="1279370"/>
          </a:xfrm>
        </p:spPr>
        <p:txBody>
          <a:bodyPr>
            <a:normAutofit/>
          </a:bodyPr>
          <a:lstStyle/>
          <a:p>
            <a:r>
              <a:rPr lang="en-US" dirty="0"/>
              <a:t>References</a:t>
            </a:r>
          </a:p>
        </p:txBody>
      </p:sp>
      <p:sp>
        <p:nvSpPr>
          <p:cNvPr id="3" name="Content Placeholder 2">
            <a:extLst>
              <a:ext uri="{FF2B5EF4-FFF2-40B4-BE49-F238E27FC236}">
                <a16:creationId xmlns:a16="http://schemas.microsoft.com/office/drawing/2014/main" id="{1489EAAD-0DBD-DB05-81E2-ADEEB76E9547}"/>
              </a:ext>
            </a:extLst>
          </p:cNvPr>
          <p:cNvSpPr>
            <a:spLocks noGrp="1"/>
          </p:cNvSpPr>
          <p:nvPr>
            <p:ph idx="1"/>
          </p:nvPr>
        </p:nvSpPr>
        <p:spPr>
          <a:xfrm>
            <a:off x="500051" y="2122311"/>
            <a:ext cx="11176838" cy="4223625"/>
          </a:xfrm>
        </p:spPr>
        <p:txBody>
          <a:bodyPr>
            <a:normAutofit lnSpcReduction="10000"/>
          </a:bodyPr>
          <a:lstStyle/>
          <a:p>
            <a:pPr>
              <a:lnSpc>
                <a:spcPct val="100000"/>
              </a:lnSpc>
            </a:pPr>
            <a:r>
              <a:rPr lang="en-US" dirty="0"/>
              <a:t>Abu Khudair, S., Khader, Y., Al Kouri, O., Al Nsour, M., &amp; Tanaka, E. (2026). Prevalence of post-traumatic stress disorder and its association with adverse childhood experiences among refugee and host-community children and adolescents in Jordan. </a:t>
            </a:r>
            <a:r>
              <a:rPr lang="en-US" i="1" dirty="0"/>
              <a:t>Frontiers in Child and Adolescent Psychiatry</a:t>
            </a:r>
            <a:r>
              <a:rPr lang="en-US" dirty="0"/>
              <a:t>, </a:t>
            </a:r>
            <a:r>
              <a:rPr lang="en-US" i="1" dirty="0"/>
              <a:t>4</a:t>
            </a:r>
            <a:r>
              <a:rPr lang="en-US" dirty="0"/>
              <a:t>. https://doi.org/10.3389/frcha.2025.1648195</a:t>
            </a:r>
          </a:p>
          <a:p>
            <a:pPr>
              <a:lnSpc>
                <a:spcPct val="100000"/>
              </a:lnSpc>
            </a:pPr>
            <a:r>
              <a:rPr lang="en-US" dirty="0"/>
              <a:t>Berger, E., O’Donohue, K., La, C., Quinones, G., &amp; Barnes, M. (2022). Early Childhood Professionals’ Perspectives on Dealing with Trauma of Children. </a:t>
            </a:r>
            <a:r>
              <a:rPr lang="en-US" i="1" dirty="0"/>
              <a:t>School Mental Health</a:t>
            </a:r>
            <a:r>
              <a:rPr lang="en-US" dirty="0"/>
              <a:t>, </a:t>
            </a:r>
            <a:r>
              <a:rPr lang="en-US" i="1" dirty="0"/>
              <a:t>15</a:t>
            </a:r>
            <a:r>
              <a:rPr lang="en-US" dirty="0"/>
              <a:t>, 300–311. </a:t>
            </a:r>
            <a:r>
              <a:rPr lang="en-US" dirty="0">
                <a:hlinkClick r:id="rId3"/>
              </a:rPr>
              <a:t>https://doi.org/10.1007/s12310-022-09551-0</a:t>
            </a:r>
            <a:endParaRPr lang="en-US" dirty="0"/>
          </a:p>
          <a:p>
            <a:pPr>
              <a:lnSpc>
                <a:spcPct val="100000"/>
              </a:lnSpc>
            </a:pPr>
            <a:r>
              <a:rPr lang="en-US" dirty="0"/>
              <a:t>Centers for Disease Control and Prevention. (2024, September 26). </a:t>
            </a:r>
            <a:r>
              <a:rPr lang="en-US" i="1" dirty="0"/>
              <a:t>Post-traumatic stress disorder in children</a:t>
            </a:r>
            <a:r>
              <a:rPr lang="en-US" dirty="0"/>
              <a:t>. Children’s Mental Health. https://www.cdc.gov/children-mental-health/about/post-traumatic-stress-disorder-in-children. </a:t>
            </a:r>
          </a:p>
          <a:p>
            <a:pPr>
              <a:lnSpc>
                <a:spcPct val="100000"/>
              </a:lnSpc>
            </a:pPr>
            <a:r>
              <a:rPr lang="en-US" dirty="0"/>
              <a:t>Cushing, T., Robertson, S. A., Julia, Marshall, N., Mark James Carey, Duschinsky, R., &amp; Meiser-Stedman, R. (2023). The relationship between attachment and posttraumatic stress in children and adolescents: A meta-analytic review. </a:t>
            </a:r>
            <a:r>
              <a:rPr lang="en-US" i="1" dirty="0"/>
              <a:t>Development and Psychopathology</a:t>
            </a:r>
            <a:r>
              <a:rPr lang="en-US" dirty="0"/>
              <a:t>, </a:t>
            </a:r>
            <a:r>
              <a:rPr lang="en-US" i="1" dirty="0"/>
              <a:t>36</a:t>
            </a:r>
            <a:r>
              <a:rPr lang="en-US" dirty="0"/>
              <a:t>(3), 1–15. https://doi.org/10.1017/s0954579423000299</a:t>
            </a:r>
          </a:p>
          <a:p>
            <a:pPr marL="0" indent="0">
              <a:lnSpc>
                <a:spcPct val="100000"/>
              </a:lnSpc>
              <a:buNone/>
            </a:pPr>
            <a:endParaRPr lang="en-US" sz="1500" dirty="0"/>
          </a:p>
        </p:txBody>
      </p:sp>
      <p:sp>
        <p:nvSpPr>
          <p:cNvPr id="24" name="Freeform: Shape 23">
            <a:extLst>
              <a:ext uri="{FF2B5EF4-FFF2-40B4-BE49-F238E27FC236}">
                <a16:creationId xmlns:a16="http://schemas.microsoft.com/office/drawing/2014/main" id="{C6D5B03A-B780-A698-DFA9-C9932F22DDD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7869" y="508090"/>
            <a:ext cx="11153214" cy="149279"/>
          </a:xfrm>
          <a:custGeom>
            <a:avLst/>
            <a:gdLst>
              <a:gd name="connsiteX0" fmla="*/ 0 w 8085002"/>
              <a:gd name="connsiteY0" fmla="*/ 0 h 149279"/>
              <a:gd name="connsiteX1" fmla="*/ 8085002 w 8085002"/>
              <a:gd name="connsiteY1" fmla="*/ 0 h 149279"/>
              <a:gd name="connsiteX2" fmla="*/ 8085002 w 8085002"/>
              <a:gd name="connsiteY2" fmla="*/ 149279 h 149279"/>
              <a:gd name="connsiteX3" fmla="*/ 0 w 8085002"/>
              <a:gd name="connsiteY3" fmla="*/ 149279 h 149279"/>
            </a:gdLst>
            <a:ahLst/>
            <a:cxnLst>
              <a:cxn ang="0">
                <a:pos x="connsiteX0" y="connsiteY0"/>
              </a:cxn>
              <a:cxn ang="0">
                <a:pos x="connsiteX1" y="connsiteY1"/>
              </a:cxn>
              <a:cxn ang="0">
                <a:pos x="connsiteX2" y="connsiteY2"/>
              </a:cxn>
              <a:cxn ang="0">
                <a:pos x="connsiteX3" y="connsiteY3"/>
              </a:cxn>
            </a:cxnLst>
            <a:rect l="l" t="t" r="r" b="b"/>
            <a:pathLst>
              <a:path w="8085002" h="149279">
                <a:moveTo>
                  <a:pt x="0" y="0"/>
                </a:moveTo>
                <a:lnTo>
                  <a:pt x="8085002" y="0"/>
                </a:lnTo>
                <a:lnTo>
                  <a:pt x="8085002" y="149279"/>
                </a:lnTo>
                <a:lnTo>
                  <a:pt x="0" y="149279"/>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Tree>
    <p:extLst>
      <p:ext uri="{BB962C8B-B14F-4D97-AF65-F5344CB8AC3E}">
        <p14:creationId xmlns:p14="http://schemas.microsoft.com/office/powerpoint/2010/main" val="101146216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A6728E-6DB2-A7CA-CA33-D1DBCBAFC7F1}"/>
              </a:ext>
            </a:extLst>
          </p:cNvPr>
          <p:cNvSpPr>
            <a:spLocks noGrp="1"/>
          </p:cNvSpPr>
          <p:nvPr>
            <p:ph type="title"/>
          </p:nvPr>
        </p:nvSpPr>
        <p:spPr/>
        <p:txBody>
          <a:bodyPr/>
          <a:lstStyle/>
          <a:p>
            <a:r>
              <a:rPr lang="en-US" dirty="0"/>
              <a:t>References</a:t>
            </a:r>
          </a:p>
        </p:txBody>
      </p:sp>
      <p:sp>
        <p:nvSpPr>
          <p:cNvPr id="3" name="Content Placeholder 2">
            <a:extLst>
              <a:ext uri="{FF2B5EF4-FFF2-40B4-BE49-F238E27FC236}">
                <a16:creationId xmlns:a16="http://schemas.microsoft.com/office/drawing/2014/main" id="{98113FF8-9386-567F-5CDB-742E40F26DC2}"/>
              </a:ext>
            </a:extLst>
          </p:cNvPr>
          <p:cNvSpPr>
            <a:spLocks noGrp="1"/>
          </p:cNvSpPr>
          <p:nvPr>
            <p:ph idx="1"/>
          </p:nvPr>
        </p:nvSpPr>
        <p:spPr>
          <a:xfrm>
            <a:off x="654756" y="2047579"/>
            <a:ext cx="11022132" cy="4138732"/>
          </a:xfrm>
        </p:spPr>
        <p:txBody>
          <a:bodyPr>
            <a:noAutofit/>
          </a:bodyPr>
          <a:lstStyle/>
          <a:p>
            <a:r>
              <a:rPr lang="en-US" dirty="0"/>
              <a:t>Fariba, K., &amp; Gupta, V. (2024, April 20). Posttraumatic Stress Disorder In Children. PubMed; </a:t>
            </a:r>
            <a:r>
              <a:rPr lang="en-US" dirty="0" err="1"/>
              <a:t>StatPearls</a:t>
            </a:r>
            <a:r>
              <a:rPr lang="en-US" dirty="0"/>
              <a:t> Publishing. </a:t>
            </a:r>
            <a:r>
              <a:rPr lang="en-US" dirty="0">
                <a:hlinkClick r:id="rId3"/>
              </a:rPr>
              <a:t>https://www.ncbi.nlm.nih.gov/books/NBK559140/</a:t>
            </a:r>
            <a:endParaRPr lang="en-US" dirty="0"/>
          </a:p>
          <a:p>
            <a:r>
              <a:rPr lang="en-US" dirty="0" err="1"/>
              <a:t>Kerbage</a:t>
            </a:r>
            <a:r>
              <a:rPr lang="en-US" dirty="0"/>
              <a:t>, H., Bazzi, O., El Hage, W., </a:t>
            </a:r>
            <a:r>
              <a:rPr lang="en-US" dirty="0" err="1"/>
              <a:t>Corruble</a:t>
            </a:r>
            <a:r>
              <a:rPr lang="en-US" dirty="0"/>
              <a:t>, E., &amp; </a:t>
            </a:r>
            <a:r>
              <a:rPr lang="en-US" dirty="0" err="1"/>
              <a:t>Purper-Ouakil</a:t>
            </a:r>
            <a:r>
              <a:rPr lang="en-US" dirty="0"/>
              <a:t>, D. (2022). Early Interventions to Prevent Post-Traumatic Stress Disorder in Youth after Exposure to a Potentially Traumatic Event: A Scoping Review. </a:t>
            </a:r>
            <a:r>
              <a:rPr lang="en-US" i="1" dirty="0"/>
              <a:t>Healthcare</a:t>
            </a:r>
            <a:r>
              <a:rPr lang="en-US" dirty="0"/>
              <a:t>, </a:t>
            </a:r>
            <a:r>
              <a:rPr lang="en-US" i="1" dirty="0"/>
              <a:t>10</a:t>
            </a:r>
            <a:r>
              <a:rPr lang="en-US" dirty="0"/>
              <a:t>(5), 818. https://doi.org/10.3390/healthcare10050818</a:t>
            </a:r>
            <a:endParaRPr lang="en-US" i="1" dirty="0"/>
          </a:p>
          <a:p>
            <a:r>
              <a:rPr lang="en-US" i="1" dirty="0"/>
              <a:t>Stanford Children’s Health</a:t>
            </a:r>
            <a:r>
              <a:rPr lang="en-US" dirty="0"/>
              <a:t>. (2024). Www.stanfordchildrens.org. </a:t>
            </a:r>
            <a:r>
              <a:rPr lang="en-US" dirty="0">
                <a:hlinkClick r:id="rId4"/>
              </a:rPr>
              <a:t>https://www.stanfordchildrens.org/en/topic/default?id=posttraumatic-stress-disorder-ptsd-in-children-90-P02579</a:t>
            </a:r>
            <a:endParaRPr lang="en-US" dirty="0"/>
          </a:p>
          <a:p>
            <a:r>
              <a:rPr lang="en-US" dirty="0"/>
              <a:t>Tahir, M. A., Gujar, N. R., &amp; Jahan, N. (2017). A Case of Pediatric Post-Traumatic Stress Disorder Presenting as Attention Deficit Hyperactivity Disorder: A Case Report. </a:t>
            </a:r>
            <a:r>
              <a:rPr lang="en-US" i="1" dirty="0"/>
              <a:t>Cureus</a:t>
            </a:r>
            <a:r>
              <a:rPr lang="en-US" dirty="0"/>
              <a:t>. </a:t>
            </a:r>
            <a:r>
              <a:rPr lang="en-US" dirty="0">
                <a:hlinkClick r:id="rId5"/>
              </a:rPr>
              <a:t>https://doi.org/10.7759/cureus.1239</a:t>
            </a:r>
            <a:endParaRPr lang="en-US" dirty="0"/>
          </a:p>
          <a:p>
            <a:r>
              <a:rPr lang="en-US" dirty="0"/>
              <a:t>U.S. Department of Veterans Affairs. (2026). </a:t>
            </a:r>
            <a:r>
              <a:rPr lang="en-US" i="1" dirty="0"/>
              <a:t>PTSD in Children and Teens - PTSD: National Center for PTSD</a:t>
            </a:r>
            <a:r>
              <a:rPr lang="en-US" dirty="0"/>
              <a:t>. Va.gov. https://www.ptsd.va.gov/understand/what/teens_ptsd.asp</a:t>
            </a:r>
          </a:p>
        </p:txBody>
      </p:sp>
    </p:spTree>
    <p:extLst>
      <p:ext uri="{BB962C8B-B14F-4D97-AF65-F5344CB8AC3E}">
        <p14:creationId xmlns:p14="http://schemas.microsoft.com/office/powerpoint/2010/main" val="1848055758"/>
      </p:ext>
    </p:extLst>
  </p:cSld>
  <p:clrMapOvr>
    <a:masterClrMapping/>
  </p:clrMapOvr>
</p:sld>
</file>

<file path=ppt/theme/theme1.xml><?xml version="1.0" encoding="utf-8"?>
<a:theme xmlns:a="http://schemas.openxmlformats.org/drawingml/2006/main" name="GestaltVTI">
  <a:themeElements>
    <a:clrScheme name="Gestalt">
      <a:dk1>
        <a:srgbClr val="000000"/>
      </a:dk1>
      <a:lt1>
        <a:sysClr val="window" lastClr="FFFFFF"/>
      </a:lt1>
      <a:dk2>
        <a:srgbClr val="262626"/>
      </a:dk2>
      <a:lt2>
        <a:srgbClr val="F7F7F7"/>
      </a:lt2>
      <a:accent1>
        <a:srgbClr val="EBA000"/>
      </a:accent1>
      <a:accent2>
        <a:srgbClr val="00BAC8"/>
      </a:accent2>
      <a:accent3>
        <a:srgbClr val="E64823"/>
      </a:accent3>
      <a:accent4>
        <a:srgbClr val="4D5AFF"/>
      </a:accent4>
      <a:accent5>
        <a:srgbClr val="FE5D21"/>
      </a:accent5>
      <a:accent6>
        <a:srgbClr val="00C777"/>
      </a:accent6>
      <a:hlink>
        <a:srgbClr val="2998E3"/>
      </a:hlink>
      <a:folHlink>
        <a:srgbClr val="939393"/>
      </a:folHlink>
    </a:clrScheme>
    <a:fontScheme name="Gestalt">
      <a:majorFont>
        <a:latin typeface="Bierstadt"/>
        <a:ea typeface=""/>
        <a:cs typeface=""/>
      </a:majorFont>
      <a:minorFont>
        <a:latin typeface="Bierstad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GestaltVTI" id="{4F87C71D-53D1-4B71-BF97-FD0EA4B25665}" vid="{A110AFC4-8D8A-4C02-8885-7BA370B379B5}"/>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3098</TotalTime>
  <Words>3011</Words>
  <Application>Microsoft Office PowerPoint</Application>
  <PresentationFormat>Widescreen</PresentationFormat>
  <Paragraphs>116</Paragraphs>
  <Slides>14</Slides>
  <Notes>14</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14</vt:i4>
      </vt:variant>
    </vt:vector>
  </HeadingPairs>
  <TitlesOfParts>
    <vt:vector size="18" baseType="lpstr">
      <vt:lpstr>Aptos</vt:lpstr>
      <vt:lpstr>Arial</vt:lpstr>
      <vt:lpstr>Bierstadt</vt:lpstr>
      <vt:lpstr>GestaltVTI</vt:lpstr>
      <vt:lpstr>Understanding and Supporting Children with Posttraumatic Stress Disorder (PTSD)</vt:lpstr>
      <vt:lpstr>Learning Objectives</vt:lpstr>
      <vt:lpstr> Pediatric PTSD Case Study </vt:lpstr>
      <vt:lpstr> What is Childhood PTSD?</vt:lpstr>
      <vt:lpstr>Impact on Psychosocial Health </vt:lpstr>
      <vt:lpstr>Impact on Social Cognition</vt:lpstr>
      <vt:lpstr>Relationships Influencing Health Behavior Change (Support) </vt:lpstr>
      <vt:lpstr>Relationships Hindering Health Behavior Change (Risk) </vt:lpstr>
      <vt:lpstr>Treatment Approaches (Brief Overview)</vt:lpstr>
      <vt:lpstr>Role of the Health Educator (Identifying and Supporting) </vt:lpstr>
      <vt:lpstr>Role of the Health Educator (Intervention) </vt:lpstr>
      <vt:lpstr>A Systems Approach and Conclusion </vt:lpstr>
      <vt:lpstr>References</vt:lpstr>
      <vt:lpstr>References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HUYEN NGUYEN</dc:creator>
  <cp:lastModifiedBy>HUYEN NGUYEN</cp:lastModifiedBy>
  <cp:revision>7</cp:revision>
  <dcterms:created xsi:type="dcterms:W3CDTF">2026-04-29T23:12:01Z</dcterms:created>
  <dcterms:modified xsi:type="dcterms:W3CDTF">2026-05-02T03:00:50Z</dcterms:modified>
</cp:coreProperties>
</file>